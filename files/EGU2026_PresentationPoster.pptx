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737" r:id="rId5"/>
    <p:sldMasterId id="2147483725" r:id="rId6"/>
    <p:sldMasterId id="2147483672" r:id="rId7"/>
    <p:sldMasterId id="2147483684" r:id="rId8"/>
  </p:sldMasterIdLst>
  <p:notesMasterIdLst>
    <p:notesMasterId r:id="rId29"/>
  </p:notesMasterIdLst>
  <p:handoutMasterIdLst>
    <p:handoutMasterId r:id="rId30"/>
  </p:handoutMasterIdLst>
  <p:sldIdLst>
    <p:sldId id="391" r:id="rId9"/>
    <p:sldId id="399" r:id="rId10"/>
    <p:sldId id="323" r:id="rId11"/>
    <p:sldId id="393" r:id="rId12"/>
    <p:sldId id="394" r:id="rId13"/>
    <p:sldId id="334" r:id="rId14"/>
    <p:sldId id="336" r:id="rId15"/>
    <p:sldId id="337" r:id="rId16"/>
    <p:sldId id="390" r:id="rId17"/>
    <p:sldId id="400" r:id="rId18"/>
    <p:sldId id="401" r:id="rId19"/>
    <p:sldId id="307" r:id="rId20"/>
    <p:sldId id="397" r:id="rId21"/>
    <p:sldId id="405" r:id="rId22"/>
    <p:sldId id="297" r:id="rId23"/>
    <p:sldId id="403" r:id="rId24"/>
    <p:sldId id="402" r:id="rId25"/>
    <p:sldId id="404" r:id="rId26"/>
    <p:sldId id="285" r:id="rId27"/>
    <p:sldId id="39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ëtitia" initials="LB" lastIdx="21" clrIdx="0">
    <p:extLst>
      <p:ext uri="{19B8F6BF-5375-455C-9EA6-DF929625EA0E}">
        <p15:presenceInfo xmlns:p15="http://schemas.microsoft.com/office/powerpoint/2012/main" userId="Laëtit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F88"/>
    <a:srgbClr val="002465"/>
    <a:srgbClr val="680000"/>
    <a:srgbClr val="DCEDD5"/>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2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microsoft.com/office/2016/11/relationships/changesInfo" Target="changesInfos/changesInfo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bi Raj Khatiwada" userId="297af4dc-c8fe-4e2a-92f1-5144107ca77d" providerId="ADAL" clId="{FB549C12-44CC-468A-8BE0-0F6B75C4B36F}"/>
    <pc:docChg chg="undo custSel modSld sldOrd">
      <pc:chgData name="Kabi Raj Khatiwada" userId="297af4dc-c8fe-4e2a-92f1-5144107ca77d" providerId="ADAL" clId="{FB549C12-44CC-468A-8BE0-0F6B75C4B36F}" dt="2026-05-04T14:57:51.883" v="19" actId="20577"/>
      <pc:docMkLst>
        <pc:docMk/>
      </pc:docMkLst>
      <pc:sldChg chg="modSp mod">
        <pc:chgData name="Kabi Raj Khatiwada" userId="297af4dc-c8fe-4e2a-92f1-5144107ca77d" providerId="ADAL" clId="{FB549C12-44CC-468A-8BE0-0F6B75C4B36F}" dt="2026-05-04T14:57:51.883" v="19" actId="20577"/>
        <pc:sldMkLst>
          <pc:docMk/>
          <pc:sldMk cId="3259523296" sldId="391"/>
        </pc:sldMkLst>
        <pc:spChg chg="mod">
          <ac:chgData name="Kabi Raj Khatiwada" userId="297af4dc-c8fe-4e2a-92f1-5144107ca77d" providerId="ADAL" clId="{FB549C12-44CC-468A-8BE0-0F6B75C4B36F}" dt="2026-05-04T14:57:51.883" v="19" actId="20577"/>
          <ac:spMkLst>
            <pc:docMk/>
            <pc:sldMk cId="3259523296" sldId="391"/>
            <ac:spMk id="4" creationId="{B05CA977-E94A-F159-9447-B1E56CBA0B03}"/>
          </ac:spMkLst>
        </pc:spChg>
      </pc:sldChg>
      <pc:sldChg chg="ord">
        <pc:chgData name="Kabi Raj Khatiwada" userId="297af4dc-c8fe-4e2a-92f1-5144107ca77d" providerId="ADAL" clId="{FB549C12-44CC-468A-8BE0-0F6B75C4B36F}" dt="2026-05-04T01:23:35.284" v="1"/>
        <pc:sldMkLst>
          <pc:docMk/>
          <pc:sldMk cId="1776095260" sldId="39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7D27D5-42BC-4B30-B98B-8AD93E233CA5}" type="doc">
      <dgm:prSet loTypeId="urn:microsoft.com/office/officeart/2005/8/layout/lProcess3" loCatId="process" qsTypeId="urn:microsoft.com/office/officeart/2005/8/quickstyle/simple1" qsCatId="simple" csTypeId="urn:microsoft.com/office/officeart/2005/8/colors/accent3_1" csCatId="accent3" phldr="1"/>
      <dgm:spPr/>
      <dgm:t>
        <a:bodyPr/>
        <a:lstStyle/>
        <a:p>
          <a:endParaRPr lang="en-US"/>
        </a:p>
      </dgm:t>
    </dgm:pt>
    <dgm:pt modelId="{71C51F39-42AB-4C6C-9E47-E7A12ABAA518}">
      <dgm:prSet custT="1"/>
      <dgm:spPr/>
      <dgm:t>
        <a:bodyPr/>
        <a:lstStyle/>
        <a:p>
          <a:pPr algn="l"/>
          <a:r>
            <a:rPr lang="en-US" sz="2500" dirty="0">
              <a:latin typeface="Times New Roman" panose="02020603050405020304" pitchFamily="18" charset="0"/>
              <a:cs typeface="Times New Roman" panose="02020603050405020304" pitchFamily="18" charset="0"/>
            </a:rPr>
            <a:t>There was </a:t>
          </a:r>
          <a:r>
            <a:rPr lang="en-US" sz="2500" b="1" dirty="0">
              <a:latin typeface="Times New Roman" panose="02020603050405020304" pitchFamily="18" charset="0"/>
              <a:cs typeface="Times New Roman" panose="02020603050405020304" pitchFamily="18" charset="0"/>
            </a:rPr>
            <a:t>no significant pattern </a:t>
          </a:r>
          <a:r>
            <a:rPr lang="en-US" sz="2500" dirty="0">
              <a:latin typeface="Times New Roman" panose="02020603050405020304" pitchFamily="18" charset="0"/>
              <a:cs typeface="Times New Roman" panose="02020603050405020304" pitchFamily="18" charset="0"/>
            </a:rPr>
            <a:t>in CO</a:t>
          </a:r>
          <a:r>
            <a:rPr lang="en-US" sz="2500" baseline="-25000" dirty="0">
              <a:latin typeface="Times New Roman" panose="02020603050405020304" pitchFamily="18" charset="0"/>
              <a:cs typeface="Times New Roman" panose="02020603050405020304" pitchFamily="18" charset="0"/>
            </a:rPr>
            <a:t>2</a:t>
          </a:r>
          <a:r>
            <a:rPr lang="en-US" sz="2500" dirty="0">
              <a:latin typeface="Times New Roman" panose="02020603050405020304" pitchFamily="18" charset="0"/>
              <a:cs typeface="Times New Roman" panose="02020603050405020304" pitchFamily="18" charset="0"/>
            </a:rPr>
            <a:t>, CH</a:t>
          </a:r>
          <a:r>
            <a:rPr lang="en-US" sz="2500" baseline="-25000" dirty="0">
              <a:latin typeface="Times New Roman" panose="02020603050405020304" pitchFamily="18" charset="0"/>
              <a:cs typeface="Times New Roman" panose="02020603050405020304" pitchFamily="18" charset="0"/>
            </a:rPr>
            <a:t>4</a:t>
          </a:r>
          <a:r>
            <a:rPr lang="en-US" sz="2500" dirty="0">
              <a:latin typeface="Times New Roman" panose="02020603050405020304" pitchFamily="18" charset="0"/>
              <a:cs typeface="Times New Roman" panose="02020603050405020304" pitchFamily="18" charset="0"/>
            </a:rPr>
            <a:t> and N</a:t>
          </a:r>
          <a:r>
            <a:rPr lang="en-US" sz="2500" baseline="-25000" dirty="0">
              <a:latin typeface="Times New Roman" panose="02020603050405020304" pitchFamily="18" charset="0"/>
              <a:cs typeface="Times New Roman" panose="02020603050405020304" pitchFamily="18" charset="0"/>
            </a:rPr>
            <a:t>2</a:t>
          </a:r>
          <a:r>
            <a:rPr lang="en-US" sz="2500" dirty="0">
              <a:latin typeface="Times New Roman" panose="02020603050405020304" pitchFamily="18" charset="0"/>
              <a:cs typeface="Times New Roman" panose="02020603050405020304" pitchFamily="18" charset="0"/>
            </a:rPr>
            <a:t>O fluxes with height for three tropical trees. </a:t>
          </a:r>
        </a:p>
      </dgm:t>
    </dgm:pt>
    <dgm:pt modelId="{797EEA5E-B2AB-4367-B9C9-C0557F21FB41}" type="parTrans" cxnId="{B17CB76C-9475-4AC5-B0A2-63A669433874}">
      <dgm:prSet/>
      <dgm:spPr/>
      <dgm:t>
        <a:bodyPr/>
        <a:lstStyle/>
        <a:p>
          <a:endParaRPr lang="en-US"/>
        </a:p>
      </dgm:t>
    </dgm:pt>
    <dgm:pt modelId="{7D5014D4-4222-450E-AC4D-0B7CD3D0D9CA}" type="sibTrans" cxnId="{B17CB76C-9475-4AC5-B0A2-63A669433874}">
      <dgm:prSet/>
      <dgm:spPr/>
      <dgm:t>
        <a:bodyPr/>
        <a:lstStyle/>
        <a:p>
          <a:endParaRPr lang="en-US"/>
        </a:p>
      </dgm:t>
    </dgm:pt>
    <dgm:pt modelId="{5651911D-9DCA-4F2E-9838-69A36A09422F}">
      <dgm:prSet/>
      <dgm:spPr/>
      <dgm:t>
        <a:bodyPr/>
        <a:lstStyle/>
        <a:p>
          <a:pPr algn="l"/>
          <a:r>
            <a:rPr lang="en-US" dirty="0">
              <a:solidFill>
                <a:schemeClr val="accent1">
                  <a:lumMod val="75000"/>
                </a:schemeClr>
              </a:solidFill>
            </a:rPr>
            <a:t>If you rely on flux assumptions, </a:t>
          </a:r>
        </a:p>
        <a:p>
          <a:pPr algn="l"/>
          <a:r>
            <a:rPr lang="en-US" dirty="0">
              <a:solidFill>
                <a:schemeClr val="tx1"/>
              </a:solidFill>
            </a:rPr>
            <a:t>recognize their limits before drawing broad conclusions.</a:t>
          </a:r>
        </a:p>
      </dgm:t>
    </dgm:pt>
    <dgm:pt modelId="{D75A91BE-F40E-4E6F-AB78-8D11FD1168CD}" type="parTrans" cxnId="{DCC400BF-BC12-439D-8848-78AC57CF283C}">
      <dgm:prSet/>
      <dgm:spPr/>
      <dgm:t>
        <a:bodyPr/>
        <a:lstStyle/>
        <a:p>
          <a:endParaRPr lang="en-US"/>
        </a:p>
      </dgm:t>
    </dgm:pt>
    <dgm:pt modelId="{C1B22124-2581-4D58-8A13-6B92C9678BA8}" type="sibTrans" cxnId="{DCC400BF-BC12-439D-8848-78AC57CF283C}">
      <dgm:prSet/>
      <dgm:spPr/>
      <dgm:t>
        <a:bodyPr/>
        <a:lstStyle/>
        <a:p>
          <a:endParaRPr lang="en-US"/>
        </a:p>
      </dgm:t>
    </dgm:pt>
    <dgm:pt modelId="{1AC8C630-52AC-4488-AF3C-5A892EFAA8AE}">
      <dgm:prSet custT="1"/>
      <dgm:spPr/>
      <dgm:t>
        <a:bodyPr/>
        <a:lstStyle/>
        <a:p>
          <a:pPr algn="l">
            <a:lnSpc>
              <a:spcPct val="100000"/>
            </a:lnSpc>
          </a:pPr>
          <a:r>
            <a:rPr lang="en-US" sz="2600" dirty="0">
              <a:latin typeface="Times New Roman" panose="02020603050405020304" pitchFamily="18" charset="0"/>
              <a:cs typeface="Times New Roman" panose="02020603050405020304" pitchFamily="18" charset="0"/>
            </a:rPr>
            <a:t>There was </a:t>
          </a:r>
          <a:r>
            <a:rPr lang="en-US" sz="2600" b="1" dirty="0">
              <a:latin typeface="Times New Roman" panose="02020603050405020304" pitchFamily="18" charset="0"/>
              <a:cs typeface="Times New Roman" panose="02020603050405020304" pitchFamily="18" charset="0"/>
            </a:rPr>
            <a:t>no clear pivotal point </a:t>
          </a:r>
          <a:r>
            <a:rPr lang="en-US" sz="2600" dirty="0">
              <a:latin typeface="Times New Roman" panose="02020603050405020304" pitchFamily="18" charset="0"/>
              <a:cs typeface="Times New Roman" panose="02020603050405020304" pitchFamily="18" charset="0"/>
            </a:rPr>
            <a:t>at a given height for the change in the flux behavior. </a:t>
          </a:r>
        </a:p>
      </dgm:t>
    </dgm:pt>
    <dgm:pt modelId="{DC726B7E-EEE9-43AD-9B9E-6DD5CCAA2B7B}" type="parTrans" cxnId="{FBC2E765-FFC2-4591-A11A-B2E0648912FE}">
      <dgm:prSet/>
      <dgm:spPr/>
      <dgm:t>
        <a:bodyPr/>
        <a:lstStyle/>
        <a:p>
          <a:endParaRPr lang="en-US"/>
        </a:p>
      </dgm:t>
    </dgm:pt>
    <dgm:pt modelId="{7C10B14E-6E24-4940-9972-C58E4B4E4E89}" type="sibTrans" cxnId="{FBC2E765-FFC2-4591-A11A-B2E0648912FE}">
      <dgm:prSet/>
      <dgm:spPr/>
      <dgm:t>
        <a:bodyPr/>
        <a:lstStyle/>
        <a:p>
          <a:endParaRPr lang="en-US"/>
        </a:p>
      </dgm:t>
    </dgm:pt>
    <dgm:pt modelId="{6250524B-5E37-4C23-A1DA-CE60110AC074}">
      <dgm:prSet/>
      <dgm:spPr/>
      <dgm:t>
        <a:bodyPr/>
        <a:lstStyle/>
        <a:p>
          <a:pPr algn="l"/>
          <a:r>
            <a:rPr lang="en-US" dirty="0">
              <a:solidFill>
                <a:schemeClr val="accent1">
                  <a:lumMod val="75000"/>
                </a:schemeClr>
              </a:solidFill>
            </a:rPr>
            <a:t>If someone claims flux shifts from 2 or 3 or </a:t>
          </a:r>
          <a:r>
            <a:rPr lang="en-US" i="1" dirty="0">
              <a:solidFill>
                <a:schemeClr val="accent1">
                  <a:lumMod val="75000"/>
                </a:schemeClr>
              </a:solidFill>
            </a:rPr>
            <a:t>X</a:t>
          </a:r>
          <a:r>
            <a:rPr lang="en-US" dirty="0">
              <a:solidFill>
                <a:schemeClr val="accent1">
                  <a:lumMod val="75000"/>
                </a:schemeClr>
              </a:solidFill>
            </a:rPr>
            <a:t> m, </a:t>
          </a:r>
        </a:p>
        <a:p>
          <a:pPr algn="l"/>
          <a:r>
            <a:rPr lang="en-US" dirty="0"/>
            <a:t>accept it with interest but not as general proof.</a:t>
          </a:r>
        </a:p>
      </dgm:t>
    </dgm:pt>
    <dgm:pt modelId="{3E0E52C5-0504-4D53-BECD-79988E1748A2}" type="parTrans" cxnId="{E4DDAFB3-E82B-4B78-AA80-B23C81CB5567}">
      <dgm:prSet/>
      <dgm:spPr/>
      <dgm:t>
        <a:bodyPr/>
        <a:lstStyle/>
        <a:p>
          <a:endParaRPr lang="en-US"/>
        </a:p>
      </dgm:t>
    </dgm:pt>
    <dgm:pt modelId="{CC857132-543A-4024-BFFB-C8418713B0AC}" type="sibTrans" cxnId="{E4DDAFB3-E82B-4B78-AA80-B23C81CB5567}">
      <dgm:prSet/>
      <dgm:spPr/>
      <dgm:t>
        <a:bodyPr/>
        <a:lstStyle/>
        <a:p>
          <a:endParaRPr lang="en-US"/>
        </a:p>
      </dgm:t>
    </dgm:pt>
    <dgm:pt modelId="{B06FBAF4-4BF5-4E64-9A65-2746339673FC}">
      <dgm:prSet custT="1"/>
      <dgm:spPr/>
      <dgm:t>
        <a:bodyPr/>
        <a:lstStyle/>
        <a:p>
          <a:pPr algn="l">
            <a:lnSpc>
              <a:spcPct val="100000"/>
            </a:lnSpc>
          </a:pPr>
          <a:r>
            <a:rPr lang="en-US" sz="2500" dirty="0">
              <a:latin typeface="Times New Roman" panose="02020603050405020304" pitchFamily="18" charset="0"/>
              <a:cs typeface="Times New Roman" panose="02020603050405020304" pitchFamily="18" charset="0"/>
            </a:rPr>
            <a:t>Multiple tree traits, related to the surface of the tree, bark and sapwood, </a:t>
          </a:r>
          <a:r>
            <a:rPr lang="en-US" sz="2500" b="1" dirty="0">
              <a:latin typeface="Times New Roman" panose="02020603050405020304" pitchFamily="18" charset="0"/>
              <a:cs typeface="Times New Roman" panose="02020603050405020304" pitchFamily="18" charset="0"/>
            </a:rPr>
            <a:t>co-define</a:t>
          </a:r>
          <a:r>
            <a:rPr lang="en-US" sz="2500" dirty="0">
              <a:latin typeface="Times New Roman" panose="02020603050405020304" pitchFamily="18" charset="0"/>
              <a:cs typeface="Times New Roman" panose="02020603050405020304" pitchFamily="18" charset="0"/>
            </a:rPr>
            <a:t> the magnitude of the fluxes.</a:t>
          </a:r>
        </a:p>
      </dgm:t>
    </dgm:pt>
    <dgm:pt modelId="{4AF16661-098E-4846-8B18-FFC07856F7CF}" type="parTrans" cxnId="{03B3402A-5025-463B-9C6A-52B77EBB8957}">
      <dgm:prSet/>
      <dgm:spPr/>
      <dgm:t>
        <a:bodyPr/>
        <a:lstStyle/>
        <a:p>
          <a:endParaRPr lang="en-US"/>
        </a:p>
      </dgm:t>
    </dgm:pt>
    <dgm:pt modelId="{72624C1D-39DB-406D-997B-34A15FE81E13}" type="sibTrans" cxnId="{03B3402A-5025-463B-9C6A-52B77EBB8957}">
      <dgm:prSet/>
      <dgm:spPr/>
      <dgm:t>
        <a:bodyPr/>
        <a:lstStyle/>
        <a:p>
          <a:endParaRPr lang="en-US"/>
        </a:p>
      </dgm:t>
    </dgm:pt>
    <dgm:pt modelId="{3B23049D-6DBB-4CAC-BDB2-E19796F482D6}">
      <dgm:prSet/>
      <dgm:spPr/>
      <dgm:t>
        <a:bodyPr/>
        <a:lstStyle/>
        <a:p>
          <a:pPr algn="l"/>
          <a:r>
            <a:rPr lang="en-US" dirty="0">
              <a:solidFill>
                <a:schemeClr val="accent1">
                  <a:lumMod val="75000"/>
                </a:schemeClr>
              </a:solidFill>
            </a:rPr>
            <a:t>If total tree flux is extrapolated from base height measurements, </a:t>
          </a:r>
        </a:p>
        <a:p>
          <a:pPr algn="l"/>
          <a:r>
            <a:rPr lang="en-US" dirty="0"/>
            <a:t>encourage reconsideration of linear flux assumptions.</a:t>
          </a:r>
        </a:p>
      </dgm:t>
    </dgm:pt>
    <dgm:pt modelId="{F127CD73-5BEA-4786-B59C-40B46F2560AA}" type="parTrans" cxnId="{7EA1DC10-595B-46C7-8DE9-24B7AFA73292}">
      <dgm:prSet/>
      <dgm:spPr/>
      <dgm:t>
        <a:bodyPr/>
        <a:lstStyle/>
        <a:p>
          <a:endParaRPr lang="en-US"/>
        </a:p>
      </dgm:t>
    </dgm:pt>
    <dgm:pt modelId="{A14B4B10-890F-4C39-B614-F1DC6C7492BB}" type="sibTrans" cxnId="{7EA1DC10-595B-46C7-8DE9-24B7AFA73292}">
      <dgm:prSet/>
      <dgm:spPr/>
      <dgm:t>
        <a:bodyPr/>
        <a:lstStyle/>
        <a:p>
          <a:endParaRPr lang="en-US"/>
        </a:p>
      </dgm:t>
    </dgm:pt>
    <dgm:pt modelId="{256EFB17-33EB-4EE8-AAAA-DA69492F7AC0}" type="pres">
      <dgm:prSet presAssocID="{BF7D27D5-42BC-4B30-B98B-8AD93E233CA5}" presName="Name0" presStyleCnt="0">
        <dgm:presLayoutVars>
          <dgm:chPref val="3"/>
          <dgm:dir/>
          <dgm:animLvl val="lvl"/>
          <dgm:resizeHandles/>
        </dgm:presLayoutVars>
      </dgm:prSet>
      <dgm:spPr/>
    </dgm:pt>
    <dgm:pt modelId="{D240A41C-E2EC-4729-A026-BFB7DD1A844A}" type="pres">
      <dgm:prSet presAssocID="{71C51F39-42AB-4C6C-9E47-E7A12ABAA518}" presName="horFlow" presStyleCnt="0"/>
      <dgm:spPr/>
    </dgm:pt>
    <dgm:pt modelId="{2475BC01-9D4C-471C-8E46-5B18EFD1A0B9}" type="pres">
      <dgm:prSet presAssocID="{71C51F39-42AB-4C6C-9E47-E7A12ABAA518}" presName="bigChev" presStyleLbl="node1" presStyleIdx="0" presStyleCnt="3" custScaleX="203420" custScaleY="106961"/>
      <dgm:spPr>
        <a:prstGeom prst="homePlate">
          <a:avLst/>
        </a:prstGeom>
      </dgm:spPr>
    </dgm:pt>
    <dgm:pt modelId="{BF442E0B-D5EE-465F-BE7B-998FD09F54D6}" type="pres">
      <dgm:prSet presAssocID="{D75A91BE-F40E-4E6F-AB78-8D11FD1168CD}" presName="parTrans" presStyleCnt="0"/>
      <dgm:spPr/>
    </dgm:pt>
    <dgm:pt modelId="{359617F6-E5A4-4677-837E-D1AA1A53ACC8}" type="pres">
      <dgm:prSet presAssocID="{5651911D-9DCA-4F2E-9838-69A36A09422F}" presName="node" presStyleLbl="alignAccFollowNode1" presStyleIdx="0" presStyleCnt="3" custScaleX="117915">
        <dgm:presLayoutVars>
          <dgm:bulletEnabled val="1"/>
        </dgm:presLayoutVars>
      </dgm:prSet>
      <dgm:spPr/>
    </dgm:pt>
    <dgm:pt modelId="{8797987C-8BBB-4C5D-9AA8-D92F61CF1399}" type="pres">
      <dgm:prSet presAssocID="{71C51F39-42AB-4C6C-9E47-E7A12ABAA518}" presName="vSp" presStyleCnt="0"/>
      <dgm:spPr/>
    </dgm:pt>
    <dgm:pt modelId="{C4187899-73F0-4A00-8563-5691C067C1A9}" type="pres">
      <dgm:prSet presAssocID="{1AC8C630-52AC-4488-AF3C-5A892EFAA8AE}" presName="horFlow" presStyleCnt="0"/>
      <dgm:spPr/>
    </dgm:pt>
    <dgm:pt modelId="{DED2BB7C-CABC-439E-BFAA-53EED2780F07}" type="pres">
      <dgm:prSet presAssocID="{1AC8C630-52AC-4488-AF3C-5A892EFAA8AE}" presName="bigChev" presStyleLbl="node1" presStyleIdx="1" presStyleCnt="3" custScaleX="203420" custScaleY="106961"/>
      <dgm:spPr>
        <a:prstGeom prst="homePlate">
          <a:avLst/>
        </a:prstGeom>
      </dgm:spPr>
    </dgm:pt>
    <dgm:pt modelId="{3B712A8C-1FE8-417B-BC7D-F9A87AFD5E7A}" type="pres">
      <dgm:prSet presAssocID="{3E0E52C5-0504-4D53-BECD-79988E1748A2}" presName="parTrans" presStyleCnt="0"/>
      <dgm:spPr/>
    </dgm:pt>
    <dgm:pt modelId="{5B60A0C5-ACD3-47A0-B983-E9A91E8B64A5}" type="pres">
      <dgm:prSet presAssocID="{6250524B-5E37-4C23-A1DA-CE60110AC074}" presName="node" presStyleLbl="alignAccFollowNode1" presStyleIdx="1" presStyleCnt="3" custScaleX="118413">
        <dgm:presLayoutVars>
          <dgm:bulletEnabled val="1"/>
        </dgm:presLayoutVars>
      </dgm:prSet>
      <dgm:spPr/>
    </dgm:pt>
    <dgm:pt modelId="{A8A11A7B-071C-4673-9CE6-F9222232703D}" type="pres">
      <dgm:prSet presAssocID="{1AC8C630-52AC-4488-AF3C-5A892EFAA8AE}" presName="vSp" presStyleCnt="0"/>
      <dgm:spPr/>
    </dgm:pt>
    <dgm:pt modelId="{C6FC373D-6904-4222-B251-D6F94F6FB84F}" type="pres">
      <dgm:prSet presAssocID="{B06FBAF4-4BF5-4E64-9A65-2746339673FC}" presName="horFlow" presStyleCnt="0"/>
      <dgm:spPr/>
    </dgm:pt>
    <dgm:pt modelId="{0E701E97-7930-4F98-B8F4-54C146C1814B}" type="pres">
      <dgm:prSet presAssocID="{B06FBAF4-4BF5-4E64-9A65-2746339673FC}" presName="bigChev" presStyleLbl="node1" presStyleIdx="2" presStyleCnt="3" custScaleX="203420" custScaleY="106961"/>
      <dgm:spPr>
        <a:prstGeom prst="homePlate">
          <a:avLst/>
        </a:prstGeom>
      </dgm:spPr>
    </dgm:pt>
    <dgm:pt modelId="{10667BF7-1FDB-45E7-8DA2-9320D4424542}" type="pres">
      <dgm:prSet presAssocID="{F127CD73-5BEA-4786-B59C-40B46F2560AA}" presName="parTrans" presStyleCnt="0"/>
      <dgm:spPr/>
    </dgm:pt>
    <dgm:pt modelId="{6835F02A-5DE1-4257-8E42-BD8F2497F01A}" type="pres">
      <dgm:prSet presAssocID="{3B23049D-6DBB-4CAC-BDB2-E19796F482D6}" presName="node" presStyleLbl="alignAccFollowNode1" presStyleIdx="2" presStyleCnt="3" custScaleX="118580">
        <dgm:presLayoutVars>
          <dgm:bulletEnabled val="1"/>
        </dgm:presLayoutVars>
      </dgm:prSet>
      <dgm:spPr/>
    </dgm:pt>
  </dgm:ptLst>
  <dgm:cxnLst>
    <dgm:cxn modelId="{7EA1DC10-595B-46C7-8DE9-24B7AFA73292}" srcId="{B06FBAF4-4BF5-4E64-9A65-2746339673FC}" destId="{3B23049D-6DBB-4CAC-BDB2-E19796F482D6}" srcOrd="0" destOrd="0" parTransId="{F127CD73-5BEA-4786-B59C-40B46F2560AA}" sibTransId="{A14B4B10-890F-4C39-B614-F1DC6C7492BB}"/>
    <dgm:cxn modelId="{741D7D27-8A52-4DF9-B023-23C3036EA492}" type="presOf" srcId="{5651911D-9DCA-4F2E-9838-69A36A09422F}" destId="{359617F6-E5A4-4677-837E-D1AA1A53ACC8}" srcOrd="0" destOrd="0" presId="urn:microsoft.com/office/officeart/2005/8/layout/lProcess3"/>
    <dgm:cxn modelId="{03B3402A-5025-463B-9C6A-52B77EBB8957}" srcId="{BF7D27D5-42BC-4B30-B98B-8AD93E233CA5}" destId="{B06FBAF4-4BF5-4E64-9A65-2746339673FC}" srcOrd="2" destOrd="0" parTransId="{4AF16661-098E-4846-8B18-FFC07856F7CF}" sibTransId="{72624C1D-39DB-406D-997B-34A15FE81E13}"/>
    <dgm:cxn modelId="{E27E3E30-425F-4B01-ADA3-B529E25D18A7}" type="presOf" srcId="{B06FBAF4-4BF5-4E64-9A65-2746339673FC}" destId="{0E701E97-7930-4F98-B8F4-54C146C1814B}" srcOrd="0" destOrd="0" presId="urn:microsoft.com/office/officeart/2005/8/layout/lProcess3"/>
    <dgm:cxn modelId="{3AFC235C-4B17-48CE-86EC-BF84ED8DB64B}" type="presOf" srcId="{71C51F39-42AB-4C6C-9E47-E7A12ABAA518}" destId="{2475BC01-9D4C-471C-8E46-5B18EFD1A0B9}" srcOrd="0" destOrd="0" presId="urn:microsoft.com/office/officeart/2005/8/layout/lProcess3"/>
    <dgm:cxn modelId="{FBC2E765-FFC2-4591-A11A-B2E0648912FE}" srcId="{BF7D27D5-42BC-4B30-B98B-8AD93E233CA5}" destId="{1AC8C630-52AC-4488-AF3C-5A892EFAA8AE}" srcOrd="1" destOrd="0" parTransId="{DC726B7E-EEE9-43AD-9B9E-6DD5CCAA2B7B}" sibTransId="{7C10B14E-6E24-4940-9972-C58E4B4E4E89}"/>
    <dgm:cxn modelId="{B17CB76C-9475-4AC5-B0A2-63A669433874}" srcId="{BF7D27D5-42BC-4B30-B98B-8AD93E233CA5}" destId="{71C51F39-42AB-4C6C-9E47-E7A12ABAA518}" srcOrd="0" destOrd="0" parTransId="{797EEA5E-B2AB-4367-B9C9-C0557F21FB41}" sibTransId="{7D5014D4-4222-450E-AC4D-0B7CD3D0D9CA}"/>
    <dgm:cxn modelId="{43D064AA-6798-4A97-9F04-1BCFF99EA27C}" type="presOf" srcId="{3B23049D-6DBB-4CAC-BDB2-E19796F482D6}" destId="{6835F02A-5DE1-4257-8E42-BD8F2497F01A}" srcOrd="0" destOrd="0" presId="urn:microsoft.com/office/officeart/2005/8/layout/lProcess3"/>
    <dgm:cxn modelId="{165A4BAD-9387-4CAA-9C81-54CBD8D4412E}" type="presOf" srcId="{1AC8C630-52AC-4488-AF3C-5A892EFAA8AE}" destId="{DED2BB7C-CABC-439E-BFAA-53EED2780F07}" srcOrd="0" destOrd="0" presId="urn:microsoft.com/office/officeart/2005/8/layout/lProcess3"/>
    <dgm:cxn modelId="{E4DDAFB3-E82B-4B78-AA80-B23C81CB5567}" srcId="{1AC8C630-52AC-4488-AF3C-5A892EFAA8AE}" destId="{6250524B-5E37-4C23-A1DA-CE60110AC074}" srcOrd="0" destOrd="0" parTransId="{3E0E52C5-0504-4D53-BECD-79988E1748A2}" sibTransId="{CC857132-543A-4024-BFFB-C8418713B0AC}"/>
    <dgm:cxn modelId="{DCC400BF-BC12-439D-8848-78AC57CF283C}" srcId="{71C51F39-42AB-4C6C-9E47-E7A12ABAA518}" destId="{5651911D-9DCA-4F2E-9838-69A36A09422F}" srcOrd="0" destOrd="0" parTransId="{D75A91BE-F40E-4E6F-AB78-8D11FD1168CD}" sibTransId="{C1B22124-2581-4D58-8A13-6B92C9678BA8}"/>
    <dgm:cxn modelId="{56B3CBDF-E4F5-4DB2-BB98-87D81C28AD9B}" type="presOf" srcId="{6250524B-5E37-4C23-A1DA-CE60110AC074}" destId="{5B60A0C5-ACD3-47A0-B983-E9A91E8B64A5}" srcOrd="0" destOrd="0" presId="urn:microsoft.com/office/officeart/2005/8/layout/lProcess3"/>
    <dgm:cxn modelId="{82FDBAE4-46DF-4D5F-8B7C-BAE153D71368}" type="presOf" srcId="{BF7D27D5-42BC-4B30-B98B-8AD93E233CA5}" destId="{256EFB17-33EB-4EE8-AAAA-DA69492F7AC0}" srcOrd="0" destOrd="0" presId="urn:microsoft.com/office/officeart/2005/8/layout/lProcess3"/>
    <dgm:cxn modelId="{C1AB46A0-C64C-417C-8216-3BF933378CEE}" type="presParOf" srcId="{256EFB17-33EB-4EE8-AAAA-DA69492F7AC0}" destId="{D240A41C-E2EC-4729-A026-BFB7DD1A844A}" srcOrd="0" destOrd="0" presId="urn:microsoft.com/office/officeart/2005/8/layout/lProcess3"/>
    <dgm:cxn modelId="{948F91CB-43BD-40B8-98A7-5ACC4DB41D38}" type="presParOf" srcId="{D240A41C-E2EC-4729-A026-BFB7DD1A844A}" destId="{2475BC01-9D4C-471C-8E46-5B18EFD1A0B9}" srcOrd="0" destOrd="0" presId="urn:microsoft.com/office/officeart/2005/8/layout/lProcess3"/>
    <dgm:cxn modelId="{69951E18-0060-407A-91A7-780B429AD153}" type="presParOf" srcId="{D240A41C-E2EC-4729-A026-BFB7DD1A844A}" destId="{BF442E0B-D5EE-465F-BE7B-998FD09F54D6}" srcOrd="1" destOrd="0" presId="urn:microsoft.com/office/officeart/2005/8/layout/lProcess3"/>
    <dgm:cxn modelId="{AFFD8973-A7F5-4DEF-8CE1-A2DADA6F4F44}" type="presParOf" srcId="{D240A41C-E2EC-4729-A026-BFB7DD1A844A}" destId="{359617F6-E5A4-4677-837E-D1AA1A53ACC8}" srcOrd="2" destOrd="0" presId="urn:microsoft.com/office/officeart/2005/8/layout/lProcess3"/>
    <dgm:cxn modelId="{F4F0D17D-C560-4732-800C-7606B33B6532}" type="presParOf" srcId="{256EFB17-33EB-4EE8-AAAA-DA69492F7AC0}" destId="{8797987C-8BBB-4C5D-9AA8-D92F61CF1399}" srcOrd="1" destOrd="0" presId="urn:microsoft.com/office/officeart/2005/8/layout/lProcess3"/>
    <dgm:cxn modelId="{973CDCE0-D5D6-4F3B-8803-FF39C536D1A4}" type="presParOf" srcId="{256EFB17-33EB-4EE8-AAAA-DA69492F7AC0}" destId="{C4187899-73F0-4A00-8563-5691C067C1A9}" srcOrd="2" destOrd="0" presId="urn:microsoft.com/office/officeart/2005/8/layout/lProcess3"/>
    <dgm:cxn modelId="{D608228F-F869-49EB-94E8-428B101784D6}" type="presParOf" srcId="{C4187899-73F0-4A00-8563-5691C067C1A9}" destId="{DED2BB7C-CABC-439E-BFAA-53EED2780F07}" srcOrd="0" destOrd="0" presId="urn:microsoft.com/office/officeart/2005/8/layout/lProcess3"/>
    <dgm:cxn modelId="{36B6EB70-73DC-4250-936D-08E09377D87C}" type="presParOf" srcId="{C4187899-73F0-4A00-8563-5691C067C1A9}" destId="{3B712A8C-1FE8-417B-BC7D-F9A87AFD5E7A}" srcOrd="1" destOrd="0" presId="urn:microsoft.com/office/officeart/2005/8/layout/lProcess3"/>
    <dgm:cxn modelId="{A4270D39-742C-41D1-B8F3-7A9911CAE004}" type="presParOf" srcId="{C4187899-73F0-4A00-8563-5691C067C1A9}" destId="{5B60A0C5-ACD3-47A0-B983-E9A91E8B64A5}" srcOrd="2" destOrd="0" presId="urn:microsoft.com/office/officeart/2005/8/layout/lProcess3"/>
    <dgm:cxn modelId="{EC98AB64-73A3-469D-9F0B-B22524A8E37B}" type="presParOf" srcId="{256EFB17-33EB-4EE8-AAAA-DA69492F7AC0}" destId="{A8A11A7B-071C-4673-9CE6-F9222232703D}" srcOrd="3" destOrd="0" presId="urn:microsoft.com/office/officeart/2005/8/layout/lProcess3"/>
    <dgm:cxn modelId="{BCDD6B2A-3DAE-4637-B366-9D720FB3641F}" type="presParOf" srcId="{256EFB17-33EB-4EE8-AAAA-DA69492F7AC0}" destId="{C6FC373D-6904-4222-B251-D6F94F6FB84F}" srcOrd="4" destOrd="0" presId="urn:microsoft.com/office/officeart/2005/8/layout/lProcess3"/>
    <dgm:cxn modelId="{294C8E8B-9F27-4674-9D45-B7C33095768B}" type="presParOf" srcId="{C6FC373D-6904-4222-B251-D6F94F6FB84F}" destId="{0E701E97-7930-4F98-B8F4-54C146C1814B}" srcOrd="0" destOrd="0" presId="urn:microsoft.com/office/officeart/2005/8/layout/lProcess3"/>
    <dgm:cxn modelId="{D32B4775-ADBB-4444-95B8-8DA8136DDF77}" type="presParOf" srcId="{C6FC373D-6904-4222-B251-D6F94F6FB84F}" destId="{10667BF7-1FDB-45E7-8DA2-9320D4424542}" srcOrd="1" destOrd="0" presId="urn:microsoft.com/office/officeart/2005/8/layout/lProcess3"/>
    <dgm:cxn modelId="{C2A2D493-5E47-406D-BBEC-FD50534C035E}" type="presParOf" srcId="{C6FC373D-6904-4222-B251-D6F94F6FB84F}" destId="{6835F02A-5DE1-4257-8E42-BD8F2497F01A}" srcOrd="2"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75BC01-9D4C-471C-8E46-5B18EFD1A0B9}">
      <dsp:nvSpPr>
        <dsp:cNvPr id="0" name=""/>
        <dsp:cNvSpPr/>
      </dsp:nvSpPr>
      <dsp:spPr>
        <a:xfrm>
          <a:off x="300" y="16775"/>
          <a:ext cx="7559600" cy="1589976"/>
        </a:xfrm>
        <a:prstGeom prst="homePlate">
          <a:avLst/>
        </a:prstGeom>
        <a:solidFill>
          <a:schemeClr val="lt1">
            <a:hueOff val="0"/>
            <a:satOff val="0"/>
            <a:lumOff val="0"/>
            <a:alphaOff val="0"/>
          </a:schemeClr>
        </a:solidFill>
        <a:ln w="15875" cap="rnd"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15875" rIns="0" bIns="15875"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There was </a:t>
          </a:r>
          <a:r>
            <a:rPr lang="en-US" sz="2500" b="1" kern="1200" dirty="0">
              <a:latin typeface="Times New Roman" panose="02020603050405020304" pitchFamily="18" charset="0"/>
              <a:cs typeface="Times New Roman" panose="02020603050405020304" pitchFamily="18" charset="0"/>
            </a:rPr>
            <a:t>no significant pattern </a:t>
          </a:r>
          <a:r>
            <a:rPr lang="en-US" sz="2500" kern="1200" dirty="0">
              <a:latin typeface="Times New Roman" panose="02020603050405020304" pitchFamily="18" charset="0"/>
              <a:cs typeface="Times New Roman" panose="02020603050405020304" pitchFamily="18" charset="0"/>
            </a:rPr>
            <a:t>in CO</a:t>
          </a:r>
          <a:r>
            <a:rPr lang="en-US" sz="2500" kern="1200" baseline="-25000" dirty="0">
              <a:latin typeface="Times New Roman" panose="02020603050405020304" pitchFamily="18" charset="0"/>
              <a:cs typeface="Times New Roman" panose="02020603050405020304" pitchFamily="18" charset="0"/>
            </a:rPr>
            <a:t>2</a:t>
          </a:r>
          <a:r>
            <a:rPr lang="en-US" sz="2500" kern="1200" dirty="0">
              <a:latin typeface="Times New Roman" panose="02020603050405020304" pitchFamily="18" charset="0"/>
              <a:cs typeface="Times New Roman" panose="02020603050405020304" pitchFamily="18" charset="0"/>
            </a:rPr>
            <a:t>, CH</a:t>
          </a:r>
          <a:r>
            <a:rPr lang="en-US" sz="2500" kern="1200" baseline="-25000" dirty="0">
              <a:latin typeface="Times New Roman" panose="02020603050405020304" pitchFamily="18" charset="0"/>
              <a:cs typeface="Times New Roman" panose="02020603050405020304" pitchFamily="18" charset="0"/>
            </a:rPr>
            <a:t>4</a:t>
          </a:r>
          <a:r>
            <a:rPr lang="en-US" sz="2500" kern="1200" dirty="0">
              <a:latin typeface="Times New Roman" panose="02020603050405020304" pitchFamily="18" charset="0"/>
              <a:cs typeface="Times New Roman" panose="02020603050405020304" pitchFamily="18" charset="0"/>
            </a:rPr>
            <a:t> and N</a:t>
          </a:r>
          <a:r>
            <a:rPr lang="en-US" sz="2500" kern="1200" baseline="-25000" dirty="0">
              <a:latin typeface="Times New Roman" panose="02020603050405020304" pitchFamily="18" charset="0"/>
              <a:cs typeface="Times New Roman" panose="02020603050405020304" pitchFamily="18" charset="0"/>
            </a:rPr>
            <a:t>2</a:t>
          </a:r>
          <a:r>
            <a:rPr lang="en-US" sz="2500" kern="1200" dirty="0">
              <a:latin typeface="Times New Roman" panose="02020603050405020304" pitchFamily="18" charset="0"/>
              <a:cs typeface="Times New Roman" panose="02020603050405020304" pitchFamily="18" charset="0"/>
            </a:rPr>
            <a:t>O fluxes with height for three tropical trees. </a:t>
          </a:r>
        </a:p>
      </dsp:txBody>
      <dsp:txXfrm>
        <a:off x="300" y="16775"/>
        <a:ext cx="7162106" cy="1589976"/>
      </dsp:txXfrm>
    </dsp:sp>
    <dsp:sp modelId="{359617F6-E5A4-4677-837E-D1AA1A53ACC8}">
      <dsp:nvSpPr>
        <dsp:cNvPr id="0" name=""/>
        <dsp:cNvSpPr/>
      </dsp:nvSpPr>
      <dsp:spPr>
        <a:xfrm>
          <a:off x="7076788" y="194865"/>
          <a:ext cx="3637075" cy="1233795"/>
        </a:xfrm>
        <a:prstGeom prst="chevron">
          <a:avLst/>
        </a:prstGeom>
        <a:solidFill>
          <a:schemeClr val="lt1">
            <a:alpha val="90000"/>
            <a:tint val="40000"/>
            <a:hueOff val="0"/>
            <a:satOff val="0"/>
            <a:lumOff val="0"/>
            <a:alphaOff val="0"/>
          </a:schemeClr>
        </a:solidFill>
        <a:ln w="15875" cap="rnd" cmpd="sng" algn="ctr">
          <a:solidFill>
            <a:schemeClr val="accent3">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accent1">
                  <a:lumMod val="75000"/>
                </a:schemeClr>
              </a:solidFill>
            </a:rPr>
            <a:t>If you rely on flux assumptions, </a:t>
          </a:r>
        </a:p>
        <a:p>
          <a:pPr marL="0" lvl="0" indent="0" algn="l" defTabSz="622300">
            <a:lnSpc>
              <a:spcPct val="90000"/>
            </a:lnSpc>
            <a:spcBef>
              <a:spcPct val="0"/>
            </a:spcBef>
            <a:spcAft>
              <a:spcPct val="35000"/>
            </a:spcAft>
            <a:buNone/>
          </a:pPr>
          <a:r>
            <a:rPr lang="en-US" sz="1400" kern="1200" dirty="0">
              <a:solidFill>
                <a:schemeClr val="tx1"/>
              </a:solidFill>
            </a:rPr>
            <a:t>recognize their limits before drawing broad conclusions.</a:t>
          </a:r>
        </a:p>
      </dsp:txBody>
      <dsp:txXfrm>
        <a:off x="7693686" y="194865"/>
        <a:ext cx="2403280" cy="1233795"/>
      </dsp:txXfrm>
    </dsp:sp>
    <dsp:sp modelId="{DED2BB7C-CABC-439E-BFAA-53EED2780F07}">
      <dsp:nvSpPr>
        <dsp:cNvPr id="0" name=""/>
        <dsp:cNvSpPr/>
      </dsp:nvSpPr>
      <dsp:spPr>
        <a:xfrm>
          <a:off x="300" y="1814861"/>
          <a:ext cx="7559600" cy="1589976"/>
        </a:xfrm>
        <a:prstGeom prst="homePlate">
          <a:avLst/>
        </a:prstGeom>
        <a:solidFill>
          <a:schemeClr val="lt1">
            <a:hueOff val="0"/>
            <a:satOff val="0"/>
            <a:lumOff val="0"/>
            <a:alphaOff val="0"/>
          </a:schemeClr>
        </a:solidFill>
        <a:ln w="15875" cap="rnd"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16510" rIns="0" bIns="16510" numCol="1" spcCol="1270" anchor="ctr" anchorCtr="0">
          <a:noAutofit/>
        </a:bodyPr>
        <a:lstStyle/>
        <a:p>
          <a:pPr marL="0" lvl="0" indent="0" algn="l" defTabSz="1155700">
            <a:lnSpc>
              <a:spcPct val="10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There was </a:t>
          </a:r>
          <a:r>
            <a:rPr lang="en-US" sz="2600" b="1" kern="1200" dirty="0">
              <a:latin typeface="Times New Roman" panose="02020603050405020304" pitchFamily="18" charset="0"/>
              <a:cs typeface="Times New Roman" panose="02020603050405020304" pitchFamily="18" charset="0"/>
            </a:rPr>
            <a:t>no clear pivotal point </a:t>
          </a:r>
          <a:r>
            <a:rPr lang="en-US" sz="2600" kern="1200" dirty="0">
              <a:latin typeface="Times New Roman" panose="02020603050405020304" pitchFamily="18" charset="0"/>
              <a:cs typeface="Times New Roman" panose="02020603050405020304" pitchFamily="18" charset="0"/>
            </a:rPr>
            <a:t>at a given height for the change in the flux behavior. </a:t>
          </a:r>
        </a:p>
      </dsp:txBody>
      <dsp:txXfrm>
        <a:off x="300" y="1814861"/>
        <a:ext cx="7162106" cy="1589976"/>
      </dsp:txXfrm>
    </dsp:sp>
    <dsp:sp modelId="{5B60A0C5-ACD3-47A0-B983-E9A91E8B64A5}">
      <dsp:nvSpPr>
        <dsp:cNvPr id="0" name=""/>
        <dsp:cNvSpPr/>
      </dsp:nvSpPr>
      <dsp:spPr>
        <a:xfrm>
          <a:off x="7076788" y="1992952"/>
          <a:ext cx="3652436" cy="1233795"/>
        </a:xfrm>
        <a:prstGeom prst="chevron">
          <a:avLst/>
        </a:prstGeom>
        <a:solidFill>
          <a:schemeClr val="lt1">
            <a:alpha val="90000"/>
            <a:tint val="40000"/>
            <a:hueOff val="0"/>
            <a:satOff val="0"/>
            <a:lumOff val="0"/>
            <a:alphaOff val="0"/>
          </a:schemeClr>
        </a:solidFill>
        <a:ln w="15875" cap="rnd" cmpd="sng" algn="ctr">
          <a:solidFill>
            <a:schemeClr val="accent3">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accent1">
                  <a:lumMod val="75000"/>
                </a:schemeClr>
              </a:solidFill>
            </a:rPr>
            <a:t>If someone claims flux shifts from 2 or 3 or </a:t>
          </a:r>
          <a:r>
            <a:rPr lang="en-US" sz="1400" i="1" kern="1200" dirty="0">
              <a:solidFill>
                <a:schemeClr val="accent1">
                  <a:lumMod val="75000"/>
                </a:schemeClr>
              </a:solidFill>
            </a:rPr>
            <a:t>X</a:t>
          </a:r>
          <a:r>
            <a:rPr lang="en-US" sz="1400" kern="1200" dirty="0">
              <a:solidFill>
                <a:schemeClr val="accent1">
                  <a:lumMod val="75000"/>
                </a:schemeClr>
              </a:solidFill>
            </a:rPr>
            <a:t> m, </a:t>
          </a:r>
        </a:p>
        <a:p>
          <a:pPr marL="0" lvl="0" indent="0" algn="l" defTabSz="622300">
            <a:lnSpc>
              <a:spcPct val="90000"/>
            </a:lnSpc>
            <a:spcBef>
              <a:spcPct val="0"/>
            </a:spcBef>
            <a:spcAft>
              <a:spcPct val="35000"/>
            </a:spcAft>
            <a:buNone/>
          </a:pPr>
          <a:r>
            <a:rPr lang="en-US" sz="1400" kern="1200" dirty="0"/>
            <a:t>accept it with interest but not as general proof.</a:t>
          </a:r>
        </a:p>
      </dsp:txBody>
      <dsp:txXfrm>
        <a:off x="7693686" y="1992952"/>
        <a:ext cx="2418641" cy="1233795"/>
      </dsp:txXfrm>
    </dsp:sp>
    <dsp:sp modelId="{0E701E97-7930-4F98-B8F4-54C146C1814B}">
      <dsp:nvSpPr>
        <dsp:cNvPr id="0" name=""/>
        <dsp:cNvSpPr/>
      </dsp:nvSpPr>
      <dsp:spPr>
        <a:xfrm>
          <a:off x="300" y="3612948"/>
          <a:ext cx="7559600" cy="1589976"/>
        </a:xfrm>
        <a:prstGeom prst="homePlate">
          <a:avLst/>
        </a:prstGeom>
        <a:solidFill>
          <a:schemeClr val="lt1">
            <a:hueOff val="0"/>
            <a:satOff val="0"/>
            <a:lumOff val="0"/>
            <a:alphaOff val="0"/>
          </a:schemeClr>
        </a:solidFill>
        <a:ln w="15875" cap="rnd"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15875" rIns="0" bIns="15875"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Multiple tree traits, related to the surface of the tree, bark and sapwood, </a:t>
          </a:r>
          <a:r>
            <a:rPr lang="en-US" sz="2500" b="1" kern="1200" dirty="0">
              <a:latin typeface="Times New Roman" panose="02020603050405020304" pitchFamily="18" charset="0"/>
              <a:cs typeface="Times New Roman" panose="02020603050405020304" pitchFamily="18" charset="0"/>
            </a:rPr>
            <a:t>co-define</a:t>
          </a:r>
          <a:r>
            <a:rPr lang="en-US" sz="2500" kern="1200" dirty="0">
              <a:latin typeface="Times New Roman" panose="02020603050405020304" pitchFamily="18" charset="0"/>
              <a:cs typeface="Times New Roman" panose="02020603050405020304" pitchFamily="18" charset="0"/>
            </a:rPr>
            <a:t> the magnitude of the fluxes.</a:t>
          </a:r>
        </a:p>
      </dsp:txBody>
      <dsp:txXfrm>
        <a:off x="300" y="3612948"/>
        <a:ext cx="7162106" cy="1589976"/>
      </dsp:txXfrm>
    </dsp:sp>
    <dsp:sp modelId="{6835F02A-5DE1-4257-8E42-BD8F2497F01A}">
      <dsp:nvSpPr>
        <dsp:cNvPr id="0" name=""/>
        <dsp:cNvSpPr/>
      </dsp:nvSpPr>
      <dsp:spPr>
        <a:xfrm>
          <a:off x="7076788" y="3791038"/>
          <a:ext cx="3657587" cy="1233795"/>
        </a:xfrm>
        <a:prstGeom prst="chevron">
          <a:avLst/>
        </a:prstGeom>
        <a:solidFill>
          <a:schemeClr val="lt1">
            <a:alpha val="90000"/>
            <a:tint val="40000"/>
            <a:hueOff val="0"/>
            <a:satOff val="0"/>
            <a:lumOff val="0"/>
            <a:alphaOff val="0"/>
          </a:schemeClr>
        </a:solidFill>
        <a:ln w="15875" cap="rnd" cmpd="sng" algn="ctr">
          <a:solidFill>
            <a:schemeClr val="accent3">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accent1">
                  <a:lumMod val="75000"/>
                </a:schemeClr>
              </a:solidFill>
            </a:rPr>
            <a:t>If total tree flux is extrapolated from base height measurements, </a:t>
          </a:r>
        </a:p>
        <a:p>
          <a:pPr marL="0" lvl="0" indent="0" algn="l" defTabSz="622300">
            <a:lnSpc>
              <a:spcPct val="90000"/>
            </a:lnSpc>
            <a:spcBef>
              <a:spcPct val="0"/>
            </a:spcBef>
            <a:spcAft>
              <a:spcPct val="35000"/>
            </a:spcAft>
            <a:buNone/>
          </a:pPr>
          <a:r>
            <a:rPr lang="en-US" sz="1400" kern="1200" dirty="0"/>
            <a:t>encourage reconsideration of linear flux assumptions.</a:t>
          </a:r>
        </a:p>
      </dsp:txBody>
      <dsp:txXfrm>
        <a:off x="7693686" y="3791038"/>
        <a:ext cx="2423792" cy="1233795"/>
      </dsp:txXfrm>
    </dsp:sp>
  </dsp:spTree>
</dsp:drawing>
</file>

<file path=ppt/diagrams/layout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5BBCE-C545-4B98-AADF-0A26FF7540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DDF3188-6675-62DF-B86C-7B4E32D5FF4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492AD8A-4AB3-47C0-8233-28CB2D0D0B96}" type="datetimeFigureOut">
              <a:rPr lang="en-US" smtClean="0"/>
              <a:t>10/27/2026</a:t>
            </a:fld>
            <a:endParaRPr lang="en-US"/>
          </a:p>
        </p:txBody>
      </p:sp>
      <p:sp>
        <p:nvSpPr>
          <p:cNvPr id="4" name="Footer Placeholder 3">
            <a:extLst>
              <a:ext uri="{FF2B5EF4-FFF2-40B4-BE49-F238E27FC236}">
                <a16:creationId xmlns:a16="http://schemas.microsoft.com/office/drawing/2014/main" id="{624FAA03-BB16-8BB3-1ED7-3A1AC47982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Page: </a:t>
            </a:r>
          </a:p>
        </p:txBody>
      </p:sp>
      <p:sp>
        <p:nvSpPr>
          <p:cNvPr id="5" name="Slide Number Placeholder 4">
            <a:extLst>
              <a:ext uri="{FF2B5EF4-FFF2-40B4-BE49-F238E27FC236}">
                <a16:creationId xmlns:a16="http://schemas.microsoft.com/office/drawing/2014/main" id="{DFE0DB1C-6484-622D-8E46-26F438265C9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0EF165-581D-46A5-AAD6-32FB4143D7C7}" type="slidenum">
              <a:rPr lang="en-US" smtClean="0"/>
              <a:t>‹#›</a:t>
            </a:fld>
            <a:endParaRPr lang="en-US"/>
          </a:p>
        </p:txBody>
      </p:sp>
    </p:spTree>
    <p:extLst>
      <p:ext uri="{BB962C8B-B14F-4D97-AF65-F5344CB8AC3E}">
        <p14:creationId xmlns:p14="http://schemas.microsoft.com/office/powerpoint/2010/main" val="7153805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D163E8-A039-4E1F-894C-179399A91CDD}" type="datetimeFigureOut">
              <a:rPr lang="en-US" smtClean="0"/>
              <a:t>10/27/2026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Page: </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FBA27E-5946-40B7-B61A-B4CE261ABF23}" type="slidenum">
              <a:rPr lang="en-US" smtClean="0"/>
              <a:t>‹#›</a:t>
            </a:fld>
            <a:endParaRPr lang="en-US"/>
          </a:p>
        </p:txBody>
      </p:sp>
    </p:spTree>
    <p:extLst>
      <p:ext uri="{BB962C8B-B14F-4D97-AF65-F5344CB8AC3E}">
        <p14:creationId xmlns:p14="http://schemas.microsoft.com/office/powerpoint/2010/main" val="190057892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97428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38324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838322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18195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E24E3-15C3-C027-84F5-7C55448DF9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3617A6-3398-3BA5-F5FA-73B3F5F52E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5A3C4CFF-B86D-196A-D55F-6E946F69C850}"/>
              </a:ext>
            </a:extLst>
          </p:cNvPr>
          <p:cNvSpPr>
            <a:spLocks noGrp="1"/>
          </p:cNvSpPr>
          <p:nvPr>
            <p:ph type="dt" sz="half" idx="10"/>
          </p:nvPr>
        </p:nvSpPr>
        <p:spPr/>
        <p:txBody>
          <a:bodyPr/>
          <a:lstStyle/>
          <a:p>
            <a:fld id="{440B23DF-05B8-499F-9364-39323F57B061}" type="datetime1">
              <a:rPr lang="en-US" smtClean="0"/>
              <a:t>10/27/2026</a:t>
            </a:fld>
            <a:endParaRPr lang="en-US"/>
          </a:p>
        </p:txBody>
      </p:sp>
      <p:sp>
        <p:nvSpPr>
          <p:cNvPr id="5" name="Footer Placeholder 4">
            <a:extLst>
              <a:ext uri="{FF2B5EF4-FFF2-40B4-BE49-F238E27FC236}">
                <a16:creationId xmlns:a16="http://schemas.microsoft.com/office/drawing/2014/main" id="{453E9457-1DC4-EDF3-CDFA-3F1FF7DD9F93}"/>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CAFF3D37-143D-B67E-E53C-4D0B493FBAA2}"/>
              </a:ext>
            </a:extLst>
          </p:cNvPr>
          <p:cNvSpPr>
            <a:spLocks noGrp="1"/>
          </p:cNvSpPr>
          <p:nvPr>
            <p:ph type="sldNum" sz="quarter" idx="12"/>
          </p:nvPr>
        </p:nvSpPr>
        <p:spPr/>
        <p:txBody>
          <a:bodyPr/>
          <a:lstStyle>
            <a:lvl1pPr>
              <a:defRPr i="1">
                <a:solidFill>
                  <a:srgbClr val="C00000"/>
                </a:solidFill>
              </a:defRPr>
            </a:lvl1pPr>
          </a:lstStyle>
          <a:p>
            <a:r>
              <a:rPr lang="en-US" dirty="0"/>
              <a:t>Page: </a:t>
            </a:r>
            <a:fld id="{511E72FE-814A-43D7-AA66-638DB960BCF9}" type="slidenum">
              <a:rPr lang="en-US" smtClean="0"/>
              <a:pPr/>
              <a:t>‹#›</a:t>
            </a:fld>
            <a:endParaRPr lang="en-US" dirty="0"/>
          </a:p>
        </p:txBody>
      </p:sp>
    </p:spTree>
    <p:extLst>
      <p:ext uri="{BB962C8B-B14F-4D97-AF65-F5344CB8AC3E}">
        <p14:creationId xmlns:p14="http://schemas.microsoft.com/office/powerpoint/2010/main" val="680655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B33BC-BD59-7BA2-5B0E-B80E15D114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1E09F1-6629-DC3B-48AE-E5DC2FE03E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5C91B0-5D4C-C61F-FB36-A6E6ADD450D5}"/>
              </a:ext>
            </a:extLst>
          </p:cNvPr>
          <p:cNvSpPr>
            <a:spLocks noGrp="1"/>
          </p:cNvSpPr>
          <p:nvPr>
            <p:ph type="dt" sz="half" idx="10"/>
          </p:nvPr>
        </p:nvSpPr>
        <p:spPr/>
        <p:txBody>
          <a:bodyPr/>
          <a:lstStyle/>
          <a:p>
            <a:fld id="{247BBBE8-D3DC-4E23-AF2D-28B9AD1CC135}" type="datetime1">
              <a:rPr lang="en-US" smtClean="0"/>
              <a:t>10/27/2026</a:t>
            </a:fld>
            <a:endParaRPr lang="en-US"/>
          </a:p>
        </p:txBody>
      </p:sp>
      <p:sp>
        <p:nvSpPr>
          <p:cNvPr id="5" name="Footer Placeholder 4">
            <a:extLst>
              <a:ext uri="{FF2B5EF4-FFF2-40B4-BE49-F238E27FC236}">
                <a16:creationId xmlns:a16="http://schemas.microsoft.com/office/drawing/2014/main" id="{CAE33D04-CDBD-C579-2B86-BFE2AC83E29F}"/>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B04291AF-FF65-2030-CE86-CBB7E6AB560E}"/>
              </a:ext>
            </a:extLst>
          </p:cNvPr>
          <p:cNvSpPr>
            <a:spLocks noGrp="1"/>
          </p:cNvSpPr>
          <p:nvPr>
            <p:ph type="sldNum" sz="quarter" idx="12"/>
          </p:nvPr>
        </p:nvSpPr>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2902546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E874C-4E74-166A-2AB9-EF3164E489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1338E1-8383-A60B-E137-5220677B97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3C6106-17D5-6BC5-77D0-20B745B54CA7}"/>
              </a:ext>
            </a:extLst>
          </p:cNvPr>
          <p:cNvSpPr>
            <a:spLocks noGrp="1"/>
          </p:cNvSpPr>
          <p:nvPr>
            <p:ph type="dt" sz="half" idx="10"/>
          </p:nvPr>
        </p:nvSpPr>
        <p:spPr/>
        <p:txBody>
          <a:bodyPr/>
          <a:lstStyle/>
          <a:p>
            <a:fld id="{AB66DB27-B5D7-4291-898C-401C29B18A6B}" type="datetime1">
              <a:rPr lang="en-US" smtClean="0"/>
              <a:t>10/27/2026</a:t>
            </a:fld>
            <a:endParaRPr lang="en-US"/>
          </a:p>
        </p:txBody>
      </p:sp>
      <p:sp>
        <p:nvSpPr>
          <p:cNvPr id="5" name="Footer Placeholder 4">
            <a:extLst>
              <a:ext uri="{FF2B5EF4-FFF2-40B4-BE49-F238E27FC236}">
                <a16:creationId xmlns:a16="http://schemas.microsoft.com/office/drawing/2014/main" id="{FAB35B8A-0400-2316-1469-EEEF55940586}"/>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4B5EDDEF-9ABC-513D-ED16-4F1A0FF9018C}"/>
              </a:ext>
            </a:extLst>
          </p:cNvPr>
          <p:cNvSpPr>
            <a:spLocks noGrp="1"/>
          </p:cNvSpPr>
          <p:nvPr>
            <p:ph type="sldNum" sz="quarter" idx="12"/>
          </p:nvPr>
        </p:nvSpPr>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717356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A1625-4E1F-73FE-D961-3809D34932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BE5698-16FF-4728-B7D4-B92C907E15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4E0E40-424E-F76D-B180-AC235FF5F1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D099494-D2A1-221C-EB54-C4B490C64265}"/>
              </a:ext>
            </a:extLst>
          </p:cNvPr>
          <p:cNvSpPr>
            <a:spLocks noGrp="1"/>
          </p:cNvSpPr>
          <p:nvPr>
            <p:ph type="dt" sz="half" idx="10"/>
          </p:nvPr>
        </p:nvSpPr>
        <p:spPr/>
        <p:txBody>
          <a:bodyPr/>
          <a:lstStyle/>
          <a:p>
            <a:fld id="{ABE6B0B3-83D5-4AEC-95C0-27B4EB367CC4}" type="datetime1">
              <a:rPr lang="en-US" smtClean="0"/>
              <a:t>10/27/2026</a:t>
            </a:fld>
            <a:endParaRPr lang="en-US"/>
          </a:p>
        </p:txBody>
      </p:sp>
      <p:sp>
        <p:nvSpPr>
          <p:cNvPr id="6" name="Footer Placeholder 5">
            <a:extLst>
              <a:ext uri="{FF2B5EF4-FFF2-40B4-BE49-F238E27FC236}">
                <a16:creationId xmlns:a16="http://schemas.microsoft.com/office/drawing/2014/main" id="{2DC479C6-263B-953F-8F23-B7492CFEA5BA}"/>
              </a:ext>
            </a:extLst>
          </p:cNvPr>
          <p:cNvSpPr>
            <a:spLocks noGrp="1"/>
          </p:cNvSpPr>
          <p:nvPr>
            <p:ph type="ftr" sz="quarter" idx="11"/>
          </p:nvPr>
        </p:nvSpPr>
        <p:spPr/>
        <p:txBody>
          <a:bodyPr/>
          <a:lstStyle/>
          <a:p>
            <a:r>
              <a:rPr lang="en-US"/>
              <a:t>Page:</a:t>
            </a:r>
          </a:p>
        </p:txBody>
      </p:sp>
      <p:sp>
        <p:nvSpPr>
          <p:cNvPr id="7" name="Slide Number Placeholder 6">
            <a:extLst>
              <a:ext uri="{FF2B5EF4-FFF2-40B4-BE49-F238E27FC236}">
                <a16:creationId xmlns:a16="http://schemas.microsoft.com/office/drawing/2014/main" id="{531A2873-4213-9087-1A14-1942D0E5B268}"/>
              </a:ext>
            </a:extLst>
          </p:cNvPr>
          <p:cNvSpPr>
            <a:spLocks noGrp="1"/>
          </p:cNvSpPr>
          <p:nvPr>
            <p:ph type="sldNum" sz="quarter" idx="12"/>
          </p:nvPr>
        </p:nvSpPr>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3126985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781FC-869A-C608-934D-10BC6386BD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286AF2-96F2-012D-2319-AC25CD614F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4F6C76-B24D-70D2-2C68-FFB8EA783E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6C345A-009F-46F1-C9C5-C098BBE0F5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C9BE30-31C4-FD16-5F96-F72E4938CB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092635-DF4B-6F72-CD0F-919EED3AE6F9}"/>
              </a:ext>
            </a:extLst>
          </p:cNvPr>
          <p:cNvSpPr>
            <a:spLocks noGrp="1"/>
          </p:cNvSpPr>
          <p:nvPr>
            <p:ph type="dt" sz="half" idx="10"/>
          </p:nvPr>
        </p:nvSpPr>
        <p:spPr/>
        <p:txBody>
          <a:bodyPr/>
          <a:lstStyle/>
          <a:p>
            <a:fld id="{18C7CDC1-0912-4A5B-8CB3-EE9E9543B5E6}" type="datetime1">
              <a:rPr lang="en-US" smtClean="0"/>
              <a:t>10/27/2026</a:t>
            </a:fld>
            <a:endParaRPr lang="en-US"/>
          </a:p>
        </p:txBody>
      </p:sp>
      <p:sp>
        <p:nvSpPr>
          <p:cNvPr id="8" name="Footer Placeholder 7">
            <a:extLst>
              <a:ext uri="{FF2B5EF4-FFF2-40B4-BE49-F238E27FC236}">
                <a16:creationId xmlns:a16="http://schemas.microsoft.com/office/drawing/2014/main" id="{791F9EEC-2A99-ED67-0AA5-AD9513929208}"/>
              </a:ext>
            </a:extLst>
          </p:cNvPr>
          <p:cNvSpPr>
            <a:spLocks noGrp="1"/>
          </p:cNvSpPr>
          <p:nvPr>
            <p:ph type="ftr" sz="quarter" idx="11"/>
          </p:nvPr>
        </p:nvSpPr>
        <p:spPr/>
        <p:txBody>
          <a:bodyPr/>
          <a:lstStyle/>
          <a:p>
            <a:r>
              <a:rPr lang="en-US"/>
              <a:t>Page:</a:t>
            </a:r>
          </a:p>
        </p:txBody>
      </p:sp>
      <p:sp>
        <p:nvSpPr>
          <p:cNvPr id="9" name="Slide Number Placeholder 8">
            <a:extLst>
              <a:ext uri="{FF2B5EF4-FFF2-40B4-BE49-F238E27FC236}">
                <a16:creationId xmlns:a16="http://schemas.microsoft.com/office/drawing/2014/main" id="{C910B4FA-3B5A-F7CD-AD69-DE8089A73362}"/>
              </a:ext>
            </a:extLst>
          </p:cNvPr>
          <p:cNvSpPr>
            <a:spLocks noGrp="1"/>
          </p:cNvSpPr>
          <p:nvPr>
            <p:ph type="sldNum" sz="quarter" idx="12"/>
          </p:nvPr>
        </p:nvSpPr>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4142103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5549C-04F4-7AD1-BB8C-D72E6A4CF23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789DFF-F32D-A018-0E13-5849E20E5908}"/>
              </a:ext>
            </a:extLst>
          </p:cNvPr>
          <p:cNvSpPr>
            <a:spLocks noGrp="1"/>
          </p:cNvSpPr>
          <p:nvPr>
            <p:ph type="dt" sz="half" idx="10"/>
          </p:nvPr>
        </p:nvSpPr>
        <p:spPr/>
        <p:txBody>
          <a:bodyPr/>
          <a:lstStyle/>
          <a:p>
            <a:fld id="{BD1EF48A-E544-4326-AF38-16CC971D4CF6}" type="datetime1">
              <a:rPr lang="en-US" smtClean="0"/>
              <a:t>10/27/2026</a:t>
            </a:fld>
            <a:endParaRPr lang="en-US"/>
          </a:p>
        </p:txBody>
      </p:sp>
      <p:sp>
        <p:nvSpPr>
          <p:cNvPr id="4" name="Footer Placeholder 3">
            <a:extLst>
              <a:ext uri="{FF2B5EF4-FFF2-40B4-BE49-F238E27FC236}">
                <a16:creationId xmlns:a16="http://schemas.microsoft.com/office/drawing/2014/main" id="{86CFAE64-7C52-E30A-DAD1-D5050D5231F1}"/>
              </a:ext>
            </a:extLst>
          </p:cNvPr>
          <p:cNvSpPr>
            <a:spLocks noGrp="1"/>
          </p:cNvSpPr>
          <p:nvPr>
            <p:ph type="ftr" sz="quarter" idx="11"/>
          </p:nvPr>
        </p:nvSpPr>
        <p:spPr/>
        <p:txBody>
          <a:bodyPr/>
          <a:lstStyle/>
          <a:p>
            <a:r>
              <a:rPr lang="en-US"/>
              <a:t>Page:</a:t>
            </a:r>
          </a:p>
        </p:txBody>
      </p:sp>
      <p:sp>
        <p:nvSpPr>
          <p:cNvPr id="5" name="Slide Number Placeholder 4">
            <a:extLst>
              <a:ext uri="{FF2B5EF4-FFF2-40B4-BE49-F238E27FC236}">
                <a16:creationId xmlns:a16="http://schemas.microsoft.com/office/drawing/2014/main" id="{CE151B32-E4AD-9298-1695-55C785FCF1A2}"/>
              </a:ext>
            </a:extLst>
          </p:cNvPr>
          <p:cNvSpPr>
            <a:spLocks noGrp="1"/>
          </p:cNvSpPr>
          <p:nvPr>
            <p:ph type="sldNum" sz="quarter" idx="12"/>
          </p:nvPr>
        </p:nvSpPr>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3563467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3AE2DB-4E77-F8E7-C636-E35B0654D1DE}"/>
              </a:ext>
            </a:extLst>
          </p:cNvPr>
          <p:cNvSpPr>
            <a:spLocks noGrp="1"/>
          </p:cNvSpPr>
          <p:nvPr>
            <p:ph type="dt" sz="half" idx="10"/>
          </p:nvPr>
        </p:nvSpPr>
        <p:spPr/>
        <p:txBody>
          <a:bodyPr/>
          <a:lstStyle/>
          <a:p>
            <a:fld id="{C305D5BE-32EB-4F37-AE2A-5337E943929E}" type="datetime1">
              <a:rPr lang="en-US" smtClean="0"/>
              <a:t>10/27/2026</a:t>
            </a:fld>
            <a:endParaRPr lang="en-US"/>
          </a:p>
        </p:txBody>
      </p:sp>
      <p:sp>
        <p:nvSpPr>
          <p:cNvPr id="3" name="Footer Placeholder 2">
            <a:extLst>
              <a:ext uri="{FF2B5EF4-FFF2-40B4-BE49-F238E27FC236}">
                <a16:creationId xmlns:a16="http://schemas.microsoft.com/office/drawing/2014/main" id="{6DA4BE5A-F640-F824-316C-90F515B498B6}"/>
              </a:ext>
            </a:extLst>
          </p:cNvPr>
          <p:cNvSpPr>
            <a:spLocks noGrp="1"/>
          </p:cNvSpPr>
          <p:nvPr>
            <p:ph type="ftr" sz="quarter" idx="11"/>
          </p:nvPr>
        </p:nvSpPr>
        <p:spPr/>
        <p:txBody>
          <a:bodyPr/>
          <a:lstStyle/>
          <a:p>
            <a:r>
              <a:rPr lang="en-US"/>
              <a:t>Page:</a:t>
            </a:r>
          </a:p>
        </p:txBody>
      </p:sp>
      <p:sp>
        <p:nvSpPr>
          <p:cNvPr id="4" name="Slide Number Placeholder 3">
            <a:extLst>
              <a:ext uri="{FF2B5EF4-FFF2-40B4-BE49-F238E27FC236}">
                <a16:creationId xmlns:a16="http://schemas.microsoft.com/office/drawing/2014/main" id="{746F73E4-59CD-3115-8ED5-7AC53E066CA2}"/>
              </a:ext>
            </a:extLst>
          </p:cNvPr>
          <p:cNvSpPr>
            <a:spLocks noGrp="1"/>
          </p:cNvSpPr>
          <p:nvPr>
            <p:ph type="sldNum" sz="quarter" idx="12"/>
          </p:nvPr>
        </p:nvSpPr>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3839634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E4BEC-B4E7-CC27-4873-009EFFBD24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9B56D0-F5BF-DF3E-6249-A8448364A3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DACF3C-581F-21E5-EFE1-BBC2BADB2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42E832-668E-D8FC-1A21-43A1558921CB}"/>
              </a:ext>
            </a:extLst>
          </p:cNvPr>
          <p:cNvSpPr>
            <a:spLocks noGrp="1"/>
          </p:cNvSpPr>
          <p:nvPr>
            <p:ph type="dt" sz="half" idx="10"/>
          </p:nvPr>
        </p:nvSpPr>
        <p:spPr/>
        <p:txBody>
          <a:bodyPr/>
          <a:lstStyle/>
          <a:p>
            <a:fld id="{7F13CB9E-2CA9-4170-84FE-A89AEA3CDED5}" type="datetime1">
              <a:rPr lang="en-US" smtClean="0"/>
              <a:t>10/27/2026</a:t>
            </a:fld>
            <a:endParaRPr lang="en-US"/>
          </a:p>
        </p:txBody>
      </p:sp>
      <p:sp>
        <p:nvSpPr>
          <p:cNvPr id="6" name="Footer Placeholder 5">
            <a:extLst>
              <a:ext uri="{FF2B5EF4-FFF2-40B4-BE49-F238E27FC236}">
                <a16:creationId xmlns:a16="http://schemas.microsoft.com/office/drawing/2014/main" id="{09A04ADE-2A88-9993-84AE-89DECCDF235D}"/>
              </a:ext>
            </a:extLst>
          </p:cNvPr>
          <p:cNvSpPr>
            <a:spLocks noGrp="1"/>
          </p:cNvSpPr>
          <p:nvPr>
            <p:ph type="ftr" sz="quarter" idx="11"/>
          </p:nvPr>
        </p:nvSpPr>
        <p:spPr/>
        <p:txBody>
          <a:bodyPr/>
          <a:lstStyle/>
          <a:p>
            <a:r>
              <a:rPr lang="en-US"/>
              <a:t>Page:</a:t>
            </a:r>
          </a:p>
        </p:txBody>
      </p:sp>
      <p:sp>
        <p:nvSpPr>
          <p:cNvPr id="7" name="Slide Number Placeholder 6">
            <a:extLst>
              <a:ext uri="{FF2B5EF4-FFF2-40B4-BE49-F238E27FC236}">
                <a16:creationId xmlns:a16="http://schemas.microsoft.com/office/drawing/2014/main" id="{AF286D7F-2FCC-78D7-2CA2-B6167947F451}"/>
              </a:ext>
            </a:extLst>
          </p:cNvPr>
          <p:cNvSpPr>
            <a:spLocks noGrp="1"/>
          </p:cNvSpPr>
          <p:nvPr>
            <p:ph type="sldNum" sz="quarter" idx="12"/>
          </p:nvPr>
        </p:nvSpPr>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1060614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DD2CA-E04B-8A6B-24D7-9BB27CFC1B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F2559E-2713-4A3A-435D-A1C46D8E38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1087737-3246-5343-8958-9DC54A12AA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842CFB-59DB-2AB2-7768-FEB8173E99A6}"/>
              </a:ext>
            </a:extLst>
          </p:cNvPr>
          <p:cNvSpPr>
            <a:spLocks noGrp="1"/>
          </p:cNvSpPr>
          <p:nvPr>
            <p:ph type="dt" sz="half" idx="10"/>
          </p:nvPr>
        </p:nvSpPr>
        <p:spPr/>
        <p:txBody>
          <a:bodyPr/>
          <a:lstStyle/>
          <a:p>
            <a:fld id="{F1D6430B-D467-4905-BA43-1F86881649D6}" type="datetime1">
              <a:rPr lang="en-US" smtClean="0"/>
              <a:t>10/27/2026</a:t>
            </a:fld>
            <a:endParaRPr lang="en-US"/>
          </a:p>
        </p:txBody>
      </p:sp>
      <p:sp>
        <p:nvSpPr>
          <p:cNvPr id="6" name="Footer Placeholder 5">
            <a:extLst>
              <a:ext uri="{FF2B5EF4-FFF2-40B4-BE49-F238E27FC236}">
                <a16:creationId xmlns:a16="http://schemas.microsoft.com/office/drawing/2014/main" id="{2D7E0D43-476D-95C0-421D-05E1DDC39A1B}"/>
              </a:ext>
            </a:extLst>
          </p:cNvPr>
          <p:cNvSpPr>
            <a:spLocks noGrp="1"/>
          </p:cNvSpPr>
          <p:nvPr>
            <p:ph type="ftr" sz="quarter" idx="11"/>
          </p:nvPr>
        </p:nvSpPr>
        <p:spPr/>
        <p:txBody>
          <a:bodyPr/>
          <a:lstStyle/>
          <a:p>
            <a:r>
              <a:rPr lang="en-US"/>
              <a:t>Page:</a:t>
            </a:r>
          </a:p>
        </p:txBody>
      </p:sp>
      <p:sp>
        <p:nvSpPr>
          <p:cNvPr id="7" name="Slide Number Placeholder 6">
            <a:extLst>
              <a:ext uri="{FF2B5EF4-FFF2-40B4-BE49-F238E27FC236}">
                <a16:creationId xmlns:a16="http://schemas.microsoft.com/office/drawing/2014/main" id="{B15220E7-E56D-3D3F-08A5-B327F24CB6A3}"/>
              </a:ext>
            </a:extLst>
          </p:cNvPr>
          <p:cNvSpPr>
            <a:spLocks noGrp="1"/>
          </p:cNvSpPr>
          <p:nvPr>
            <p:ph type="sldNum" sz="quarter" idx="12"/>
          </p:nvPr>
        </p:nvSpPr>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907676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951BF-5A39-3A9B-06B0-D586D39863F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CFAA94D-889F-D0F7-00D9-D4377A906C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3B5C69-FB0F-4515-8EE9-17BEE0B90758}"/>
              </a:ext>
            </a:extLst>
          </p:cNvPr>
          <p:cNvSpPr>
            <a:spLocks noGrp="1"/>
          </p:cNvSpPr>
          <p:nvPr>
            <p:ph type="dt" sz="half" idx="10"/>
          </p:nvPr>
        </p:nvSpPr>
        <p:spPr/>
        <p:txBody>
          <a:bodyPr/>
          <a:lstStyle/>
          <a:p>
            <a:fld id="{F7BE5C28-37F8-4221-BADC-A604478C0C1F}" type="datetime1">
              <a:rPr lang="en-US" smtClean="0"/>
              <a:t>10/27/2026</a:t>
            </a:fld>
            <a:endParaRPr lang="en-US"/>
          </a:p>
        </p:txBody>
      </p:sp>
      <p:sp>
        <p:nvSpPr>
          <p:cNvPr id="5" name="Footer Placeholder 4">
            <a:extLst>
              <a:ext uri="{FF2B5EF4-FFF2-40B4-BE49-F238E27FC236}">
                <a16:creationId xmlns:a16="http://schemas.microsoft.com/office/drawing/2014/main" id="{FA45A809-BA34-9E33-3F3A-7CBC40199BBD}"/>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F51879EF-634F-4584-7A21-C3CF5EC5F890}"/>
              </a:ext>
            </a:extLst>
          </p:cNvPr>
          <p:cNvSpPr>
            <a:spLocks noGrp="1"/>
          </p:cNvSpPr>
          <p:nvPr>
            <p:ph type="sldNum" sz="quarter" idx="12"/>
          </p:nvPr>
        </p:nvSpPr>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2724431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2FC3AA-DE1D-179C-1A85-54A563ACA7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394A55-3686-9E3B-8B24-2EB9E39FDD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88637E-0F63-038B-A808-20E7CA271B22}"/>
              </a:ext>
            </a:extLst>
          </p:cNvPr>
          <p:cNvSpPr>
            <a:spLocks noGrp="1"/>
          </p:cNvSpPr>
          <p:nvPr>
            <p:ph type="dt" sz="half" idx="10"/>
          </p:nvPr>
        </p:nvSpPr>
        <p:spPr/>
        <p:txBody>
          <a:bodyPr/>
          <a:lstStyle/>
          <a:p>
            <a:fld id="{B836B49C-0F06-45EC-B7B6-7FE8F6AE5ADF}" type="datetime1">
              <a:rPr lang="en-US" smtClean="0"/>
              <a:t>10/27/2026</a:t>
            </a:fld>
            <a:endParaRPr lang="en-US"/>
          </a:p>
        </p:txBody>
      </p:sp>
      <p:sp>
        <p:nvSpPr>
          <p:cNvPr id="5" name="Footer Placeholder 4">
            <a:extLst>
              <a:ext uri="{FF2B5EF4-FFF2-40B4-BE49-F238E27FC236}">
                <a16:creationId xmlns:a16="http://schemas.microsoft.com/office/drawing/2014/main" id="{9E35465F-F18A-6F2F-2554-CCC16A9394DA}"/>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C31E2423-FDA5-AC94-5E9D-8177582503FC}"/>
              </a:ext>
            </a:extLst>
          </p:cNvPr>
          <p:cNvSpPr>
            <a:spLocks noGrp="1"/>
          </p:cNvSpPr>
          <p:nvPr>
            <p:ph type="sldNum" sz="quarter" idx="12"/>
          </p:nvPr>
        </p:nvSpPr>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22019479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54500-9FB2-BA46-27CD-E06A9896B3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8D7F13-DCA2-2767-E6FA-BBB684CFC7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906F8E-476E-BC33-CEEF-508E0FD79791}"/>
              </a:ext>
            </a:extLst>
          </p:cNvPr>
          <p:cNvSpPr>
            <a:spLocks noGrp="1"/>
          </p:cNvSpPr>
          <p:nvPr>
            <p:ph type="dt" sz="half" idx="10"/>
          </p:nvPr>
        </p:nvSpPr>
        <p:spPr/>
        <p:txBody>
          <a:bodyPr/>
          <a:lstStyle/>
          <a:p>
            <a:fld id="{8886A978-D597-460F-B55B-45F333B50548}" type="datetime1">
              <a:rPr lang="en-US" smtClean="0"/>
              <a:t>10/27/2026</a:t>
            </a:fld>
            <a:endParaRPr lang="en-US"/>
          </a:p>
        </p:txBody>
      </p:sp>
      <p:sp>
        <p:nvSpPr>
          <p:cNvPr id="5" name="Footer Placeholder 4">
            <a:extLst>
              <a:ext uri="{FF2B5EF4-FFF2-40B4-BE49-F238E27FC236}">
                <a16:creationId xmlns:a16="http://schemas.microsoft.com/office/drawing/2014/main" id="{0B279352-1020-E895-22FE-9BA48DDD9A2A}"/>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9EE430C5-A1D9-41A3-11AA-36CF1CED761A}"/>
              </a:ext>
            </a:extLst>
          </p:cNvPr>
          <p:cNvSpPr>
            <a:spLocks noGrp="1"/>
          </p:cNvSpPr>
          <p:nvPr>
            <p:ph type="sldNum" sz="quarter" idx="12"/>
          </p:nvPr>
        </p:nvSpPr>
        <p:spPr/>
        <p:txBody>
          <a:bodyPr/>
          <a:lstStyle/>
          <a:p>
            <a:fld id="{A05F730E-E9F5-497F-A1DD-7D5DAA41F83C}" type="slidenum">
              <a:rPr lang="en-US" smtClean="0"/>
              <a:t>‹#›</a:t>
            </a:fld>
            <a:endParaRPr lang="en-US"/>
          </a:p>
        </p:txBody>
      </p:sp>
    </p:spTree>
    <p:extLst>
      <p:ext uri="{BB962C8B-B14F-4D97-AF65-F5344CB8AC3E}">
        <p14:creationId xmlns:p14="http://schemas.microsoft.com/office/powerpoint/2010/main" val="3635983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8505C-FC41-663A-325B-1746123366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63A495-B734-BA7B-603E-266C966FF7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5E5722-03DB-587B-0287-18AA5590F7F7}"/>
              </a:ext>
            </a:extLst>
          </p:cNvPr>
          <p:cNvSpPr>
            <a:spLocks noGrp="1"/>
          </p:cNvSpPr>
          <p:nvPr>
            <p:ph type="dt" sz="half" idx="10"/>
          </p:nvPr>
        </p:nvSpPr>
        <p:spPr/>
        <p:txBody>
          <a:bodyPr/>
          <a:lstStyle/>
          <a:p>
            <a:fld id="{B1376057-0810-4637-B199-53AE72CE7C37}" type="datetime1">
              <a:rPr lang="en-US" smtClean="0"/>
              <a:t>10/27/2026</a:t>
            </a:fld>
            <a:endParaRPr lang="en-US"/>
          </a:p>
        </p:txBody>
      </p:sp>
      <p:sp>
        <p:nvSpPr>
          <p:cNvPr id="5" name="Footer Placeholder 4">
            <a:extLst>
              <a:ext uri="{FF2B5EF4-FFF2-40B4-BE49-F238E27FC236}">
                <a16:creationId xmlns:a16="http://schemas.microsoft.com/office/drawing/2014/main" id="{8F067168-0BBE-7557-CAEC-9FED431FE19B}"/>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60794166-08AA-9753-2762-8E19C715D7A2}"/>
              </a:ext>
            </a:extLst>
          </p:cNvPr>
          <p:cNvSpPr>
            <a:spLocks noGrp="1"/>
          </p:cNvSpPr>
          <p:nvPr>
            <p:ph type="sldNum" sz="quarter" idx="12"/>
          </p:nvPr>
        </p:nvSpPr>
        <p:spPr/>
        <p:txBody>
          <a:bodyPr/>
          <a:lstStyle/>
          <a:p>
            <a:fld id="{A05F730E-E9F5-497F-A1DD-7D5DAA41F83C}" type="slidenum">
              <a:rPr lang="en-US" smtClean="0"/>
              <a:t>‹#›</a:t>
            </a:fld>
            <a:endParaRPr lang="en-US"/>
          </a:p>
        </p:txBody>
      </p:sp>
    </p:spTree>
    <p:extLst>
      <p:ext uri="{BB962C8B-B14F-4D97-AF65-F5344CB8AC3E}">
        <p14:creationId xmlns:p14="http://schemas.microsoft.com/office/powerpoint/2010/main" val="7141431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BE555-292A-3CD4-9376-4F25F5F244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EF17365-3BB5-9DF0-C204-72A14CBF6D3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56B71F-17DB-8629-2761-E962D0922A7C}"/>
              </a:ext>
            </a:extLst>
          </p:cNvPr>
          <p:cNvSpPr>
            <a:spLocks noGrp="1"/>
          </p:cNvSpPr>
          <p:nvPr>
            <p:ph type="dt" sz="half" idx="10"/>
          </p:nvPr>
        </p:nvSpPr>
        <p:spPr/>
        <p:txBody>
          <a:bodyPr/>
          <a:lstStyle/>
          <a:p>
            <a:fld id="{9BCB7F94-0A0A-48C7-8523-02C8604AB2BC}" type="datetime1">
              <a:rPr lang="en-US" smtClean="0"/>
              <a:t>10/27/2026</a:t>
            </a:fld>
            <a:endParaRPr lang="en-US"/>
          </a:p>
        </p:txBody>
      </p:sp>
      <p:sp>
        <p:nvSpPr>
          <p:cNvPr id="5" name="Footer Placeholder 4">
            <a:extLst>
              <a:ext uri="{FF2B5EF4-FFF2-40B4-BE49-F238E27FC236}">
                <a16:creationId xmlns:a16="http://schemas.microsoft.com/office/drawing/2014/main" id="{0E76E837-12F9-4994-3C21-92F7A15DA813}"/>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A1A215EF-81F2-A252-BB1D-C0D1E2B7BB9A}"/>
              </a:ext>
            </a:extLst>
          </p:cNvPr>
          <p:cNvSpPr>
            <a:spLocks noGrp="1"/>
          </p:cNvSpPr>
          <p:nvPr>
            <p:ph type="sldNum" sz="quarter" idx="12"/>
          </p:nvPr>
        </p:nvSpPr>
        <p:spPr/>
        <p:txBody>
          <a:bodyPr/>
          <a:lstStyle/>
          <a:p>
            <a:fld id="{A05F730E-E9F5-497F-A1DD-7D5DAA41F83C}" type="slidenum">
              <a:rPr lang="en-US" smtClean="0"/>
              <a:t>‹#›</a:t>
            </a:fld>
            <a:endParaRPr lang="en-US"/>
          </a:p>
        </p:txBody>
      </p:sp>
    </p:spTree>
    <p:extLst>
      <p:ext uri="{BB962C8B-B14F-4D97-AF65-F5344CB8AC3E}">
        <p14:creationId xmlns:p14="http://schemas.microsoft.com/office/powerpoint/2010/main" val="29704999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DAA86-2DA6-4D03-16DC-09801B7562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5F17A1-59CA-2C37-FF5A-ECDE247B9C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9DFB74-139C-35A7-8BF2-54A30B1D60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9C87BA-515C-1CFA-FC20-F5251062209E}"/>
              </a:ext>
            </a:extLst>
          </p:cNvPr>
          <p:cNvSpPr>
            <a:spLocks noGrp="1"/>
          </p:cNvSpPr>
          <p:nvPr>
            <p:ph type="dt" sz="half" idx="10"/>
          </p:nvPr>
        </p:nvSpPr>
        <p:spPr/>
        <p:txBody>
          <a:bodyPr/>
          <a:lstStyle/>
          <a:p>
            <a:fld id="{81B98BEB-ED79-4A62-9A0C-B3B59FFEAF20}" type="datetime1">
              <a:rPr lang="en-US" smtClean="0"/>
              <a:t>10/27/2026</a:t>
            </a:fld>
            <a:endParaRPr lang="en-US"/>
          </a:p>
        </p:txBody>
      </p:sp>
      <p:sp>
        <p:nvSpPr>
          <p:cNvPr id="6" name="Footer Placeholder 5">
            <a:extLst>
              <a:ext uri="{FF2B5EF4-FFF2-40B4-BE49-F238E27FC236}">
                <a16:creationId xmlns:a16="http://schemas.microsoft.com/office/drawing/2014/main" id="{E1994CE3-7943-F2D3-7EB4-80760D579ED1}"/>
              </a:ext>
            </a:extLst>
          </p:cNvPr>
          <p:cNvSpPr>
            <a:spLocks noGrp="1"/>
          </p:cNvSpPr>
          <p:nvPr>
            <p:ph type="ftr" sz="quarter" idx="11"/>
          </p:nvPr>
        </p:nvSpPr>
        <p:spPr/>
        <p:txBody>
          <a:bodyPr/>
          <a:lstStyle/>
          <a:p>
            <a:r>
              <a:rPr lang="en-US"/>
              <a:t>Page:</a:t>
            </a:r>
          </a:p>
        </p:txBody>
      </p:sp>
      <p:sp>
        <p:nvSpPr>
          <p:cNvPr id="7" name="Slide Number Placeholder 6">
            <a:extLst>
              <a:ext uri="{FF2B5EF4-FFF2-40B4-BE49-F238E27FC236}">
                <a16:creationId xmlns:a16="http://schemas.microsoft.com/office/drawing/2014/main" id="{142AD6C6-A1F3-9FDD-9BE2-2CCFBDC2AA72}"/>
              </a:ext>
            </a:extLst>
          </p:cNvPr>
          <p:cNvSpPr>
            <a:spLocks noGrp="1"/>
          </p:cNvSpPr>
          <p:nvPr>
            <p:ph type="sldNum" sz="quarter" idx="12"/>
          </p:nvPr>
        </p:nvSpPr>
        <p:spPr/>
        <p:txBody>
          <a:bodyPr/>
          <a:lstStyle/>
          <a:p>
            <a:fld id="{A05F730E-E9F5-497F-A1DD-7D5DAA41F83C}" type="slidenum">
              <a:rPr lang="en-US" smtClean="0"/>
              <a:t>‹#›</a:t>
            </a:fld>
            <a:endParaRPr lang="en-US"/>
          </a:p>
        </p:txBody>
      </p:sp>
    </p:spTree>
    <p:extLst>
      <p:ext uri="{BB962C8B-B14F-4D97-AF65-F5344CB8AC3E}">
        <p14:creationId xmlns:p14="http://schemas.microsoft.com/office/powerpoint/2010/main" val="41253602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EF89A-E0A7-958D-9BAB-DBD6719683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D6673F3-7F38-B89E-5DE3-D9F02314EE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D40187-946D-956E-39CA-D6C077E5C6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DA5B28-B250-D924-0274-016ED82C27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7D95A6-253E-BCF7-6FB9-AFF3FBABED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2C20F6D-DCFD-CCFC-A991-2D098366E79F}"/>
              </a:ext>
            </a:extLst>
          </p:cNvPr>
          <p:cNvSpPr>
            <a:spLocks noGrp="1"/>
          </p:cNvSpPr>
          <p:nvPr>
            <p:ph type="dt" sz="half" idx="10"/>
          </p:nvPr>
        </p:nvSpPr>
        <p:spPr/>
        <p:txBody>
          <a:bodyPr/>
          <a:lstStyle/>
          <a:p>
            <a:fld id="{FF0DEC9A-27C4-49E1-A69B-8EB9B03E6D7C}" type="datetime1">
              <a:rPr lang="en-US" smtClean="0"/>
              <a:t>10/27/2026</a:t>
            </a:fld>
            <a:endParaRPr lang="en-US"/>
          </a:p>
        </p:txBody>
      </p:sp>
      <p:sp>
        <p:nvSpPr>
          <p:cNvPr id="8" name="Footer Placeholder 7">
            <a:extLst>
              <a:ext uri="{FF2B5EF4-FFF2-40B4-BE49-F238E27FC236}">
                <a16:creationId xmlns:a16="http://schemas.microsoft.com/office/drawing/2014/main" id="{60283F56-B4AA-E325-5CDA-31FDE520865B}"/>
              </a:ext>
            </a:extLst>
          </p:cNvPr>
          <p:cNvSpPr>
            <a:spLocks noGrp="1"/>
          </p:cNvSpPr>
          <p:nvPr>
            <p:ph type="ftr" sz="quarter" idx="11"/>
          </p:nvPr>
        </p:nvSpPr>
        <p:spPr/>
        <p:txBody>
          <a:bodyPr/>
          <a:lstStyle/>
          <a:p>
            <a:r>
              <a:rPr lang="en-US"/>
              <a:t>Page:</a:t>
            </a:r>
          </a:p>
        </p:txBody>
      </p:sp>
      <p:sp>
        <p:nvSpPr>
          <p:cNvPr id="9" name="Slide Number Placeholder 8">
            <a:extLst>
              <a:ext uri="{FF2B5EF4-FFF2-40B4-BE49-F238E27FC236}">
                <a16:creationId xmlns:a16="http://schemas.microsoft.com/office/drawing/2014/main" id="{AA7EA4C8-AD7E-D206-9EB3-CA5CFAD0FADA}"/>
              </a:ext>
            </a:extLst>
          </p:cNvPr>
          <p:cNvSpPr>
            <a:spLocks noGrp="1"/>
          </p:cNvSpPr>
          <p:nvPr>
            <p:ph type="sldNum" sz="quarter" idx="12"/>
          </p:nvPr>
        </p:nvSpPr>
        <p:spPr/>
        <p:txBody>
          <a:bodyPr/>
          <a:lstStyle/>
          <a:p>
            <a:fld id="{A05F730E-E9F5-497F-A1DD-7D5DAA41F83C}" type="slidenum">
              <a:rPr lang="en-US" smtClean="0"/>
              <a:t>‹#›</a:t>
            </a:fld>
            <a:endParaRPr lang="en-US"/>
          </a:p>
        </p:txBody>
      </p:sp>
    </p:spTree>
    <p:extLst>
      <p:ext uri="{BB962C8B-B14F-4D97-AF65-F5344CB8AC3E}">
        <p14:creationId xmlns:p14="http://schemas.microsoft.com/office/powerpoint/2010/main" val="32114430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AD817-D3E7-CD80-8FFB-6BABFFFB64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E26535-42D1-92B9-47A2-3010023556EB}"/>
              </a:ext>
            </a:extLst>
          </p:cNvPr>
          <p:cNvSpPr>
            <a:spLocks noGrp="1"/>
          </p:cNvSpPr>
          <p:nvPr>
            <p:ph type="dt" sz="half" idx="10"/>
          </p:nvPr>
        </p:nvSpPr>
        <p:spPr/>
        <p:txBody>
          <a:bodyPr/>
          <a:lstStyle/>
          <a:p>
            <a:fld id="{C2763BC3-8755-458F-B6EA-701D12C3F6F8}" type="datetime1">
              <a:rPr lang="en-US" smtClean="0"/>
              <a:t>10/27/2026</a:t>
            </a:fld>
            <a:endParaRPr lang="en-US"/>
          </a:p>
        </p:txBody>
      </p:sp>
      <p:sp>
        <p:nvSpPr>
          <p:cNvPr id="4" name="Footer Placeholder 3">
            <a:extLst>
              <a:ext uri="{FF2B5EF4-FFF2-40B4-BE49-F238E27FC236}">
                <a16:creationId xmlns:a16="http://schemas.microsoft.com/office/drawing/2014/main" id="{7FEC5DDA-3424-DA35-CC23-EF4CB4C2D649}"/>
              </a:ext>
            </a:extLst>
          </p:cNvPr>
          <p:cNvSpPr>
            <a:spLocks noGrp="1"/>
          </p:cNvSpPr>
          <p:nvPr>
            <p:ph type="ftr" sz="quarter" idx="11"/>
          </p:nvPr>
        </p:nvSpPr>
        <p:spPr/>
        <p:txBody>
          <a:bodyPr/>
          <a:lstStyle/>
          <a:p>
            <a:r>
              <a:rPr lang="en-US"/>
              <a:t>Page:</a:t>
            </a:r>
          </a:p>
        </p:txBody>
      </p:sp>
      <p:sp>
        <p:nvSpPr>
          <p:cNvPr id="5" name="Slide Number Placeholder 4">
            <a:extLst>
              <a:ext uri="{FF2B5EF4-FFF2-40B4-BE49-F238E27FC236}">
                <a16:creationId xmlns:a16="http://schemas.microsoft.com/office/drawing/2014/main" id="{73A1C77B-9F30-C116-F514-6342DA0D0785}"/>
              </a:ext>
            </a:extLst>
          </p:cNvPr>
          <p:cNvSpPr>
            <a:spLocks noGrp="1"/>
          </p:cNvSpPr>
          <p:nvPr>
            <p:ph type="sldNum" sz="quarter" idx="12"/>
          </p:nvPr>
        </p:nvSpPr>
        <p:spPr/>
        <p:txBody>
          <a:bodyPr/>
          <a:lstStyle/>
          <a:p>
            <a:fld id="{A05F730E-E9F5-497F-A1DD-7D5DAA41F83C}" type="slidenum">
              <a:rPr lang="en-US" smtClean="0"/>
              <a:t>‹#›</a:t>
            </a:fld>
            <a:endParaRPr lang="en-US"/>
          </a:p>
        </p:txBody>
      </p:sp>
    </p:spTree>
    <p:extLst>
      <p:ext uri="{BB962C8B-B14F-4D97-AF65-F5344CB8AC3E}">
        <p14:creationId xmlns:p14="http://schemas.microsoft.com/office/powerpoint/2010/main" val="14484701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C1D890-9A58-5B44-831C-90D1DB1986F7}"/>
              </a:ext>
            </a:extLst>
          </p:cNvPr>
          <p:cNvSpPr>
            <a:spLocks noGrp="1"/>
          </p:cNvSpPr>
          <p:nvPr>
            <p:ph type="dt" sz="half" idx="10"/>
          </p:nvPr>
        </p:nvSpPr>
        <p:spPr/>
        <p:txBody>
          <a:bodyPr/>
          <a:lstStyle/>
          <a:p>
            <a:fld id="{F4F0C406-3F7F-4340-B1E9-099DBE395FB8}" type="datetime1">
              <a:rPr lang="en-US" smtClean="0"/>
              <a:t>10/27/2026</a:t>
            </a:fld>
            <a:endParaRPr lang="en-US"/>
          </a:p>
        </p:txBody>
      </p:sp>
      <p:sp>
        <p:nvSpPr>
          <p:cNvPr id="3" name="Footer Placeholder 2">
            <a:extLst>
              <a:ext uri="{FF2B5EF4-FFF2-40B4-BE49-F238E27FC236}">
                <a16:creationId xmlns:a16="http://schemas.microsoft.com/office/drawing/2014/main" id="{1FEC7F9C-90D2-4D32-A0EC-9291E9BC33CB}"/>
              </a:ext>
            </a:extLst>
          </p:cNvPr>
          <p:cNvSpPr>
            <a:spLocks noGrp="1"/>
          </p:cNvSpPr>
          <p:nvPr>
            <p:ph type="ftr" sz="quarter" idx="11"/>
          </p:nvPr>
        </p:nvSpPr>
        <p:spPr/>
        <p:txBody>
          <a:bodyPr/>
          <a:lstStyle/>
          <a:p>
            <a:r>
              <a:rPr lang="en-US"/>
              <a:t>Page:</a:t>
            </a:r>
          </a:p>
        </p:txBody>
      </p:sp>
      <p:sp>
        <p:nvSpPr>
          <p:cNvPr id="4" name="Slide Number Placeholder 3">
            <a:extLst>
              <a:ext uri="{FF2B5EF4-FFF2-40B4-BE49-F238E27FC236}">
                <a16:creationId xmlns:a16="http://schemas.microsoft.com/office/drawing/2014/main" id="{E1A8191B-1CBF-EDC4-0E2C-A3DDB041486F}"/>
              </a:ext>
            </a:extLst>
          </p:cNvPr>
          <p:cNvSpPr>
            <a:spLocks noGrp="1"/>
          </p:cNvSpPr>
          <p:nvPr>
            <p:ph type="sldNum" sz="quarter" idx="12"/>
          </p:nvPr>
        </p:nvSpPr>
        <p:spPr/>
        <p:txBody>
          <a:bodyPr/>
          <a:lstStyle/>
          <a:p>
            <a:fld id="{A05F730E-E9F5-497F-A1DD-7D5DAA41F83C}" type="slidenum">
              <a:rPr lang="en-US" smtClean="0"/>
              <a:t>‹#›</a:t>
            </a:fld>
            <a:endParaRPr lang="en-US"/>
          </a:p>
        </p:txBody>
      </p:sp>
    </p:spTree>
    <p:extLst>
      <p:ext uri="{BB962C8B-B14F-4D97-AF65-F5344CB8AC3E}">
        <p14:creationId xmlns:p14="http://schemas.microsoft.com/office/powerpoint/2010/main" val="8325064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81E7E-8B9F-1838-0B40-F2F1792F4F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956117-C789-3957-B6B9-D98F19BBF2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9F5E74-3AD5-14B3-1CFA-236CE6AFFD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DD4A03-6458-6FBA-1D0D-8E6AA9175C27}"/>
              </a:ext>
            </a:extLst>
          </p:cNvPr>
          <p:cNvSpPr>
            <a:spLocks noGrp="1"/>
          </p:cNvSpPr>
          <p:nvPr>
            <p:ph type="dt" sz="half" idx="10"/>
          </p:nvPr>
        </p:nvSpPr>
        <p:spPr/>
        <p:txBody>
          <a:bodyPr/>
          <a:lstStyle/>
          <a:p>
            <a:fld id="{110EA018-AE46-4FB4-98B3-77D5015E9B78}" type="datetime1">
              <a:rPr lang="en-US" smtClean="0"/>
              <a:t>10/27/2026</a:t>
            </a:fld>
            <a:endParaRPr lang="en-US"/>
          </a:p>
        </p:txBody>
      </p:sp>
      <p:sp>
        <p:nvSpPr>
          <p:cNvPr id="6" name="Footer Placeholder 5">
            <a:extLst>
              <a:ext uri="{FF2B5EF4-FFF2-40B4-BE49-F238E27FC236}">
                <a16:creationId xmlns:a16="http://schemas.microsoft.com/office/drawing/2014/main" id="{FCBDB368-490C-9C4D-A673-3FBAE319A28E}"/>
              </a:ext>
            </a:extLst>
          </p:cNvPr>
          <p:cNvSpPr>
            <a:spLocks noGrp="1"/>
          </p:cNvSpPr>
          <p:nvPr>
            <p:ph type="ftr" sz="quarter" idx="11"/>
          </p:nvPr>
        </p:nvSpPr>
        <p:spPr/>
        <p:txBody>
          <a:bodyPr/>
          <a:lstStyle/>
          <a:p>
            <a:r>
              <a:rPr lang="en-US"/>
              <a:t>Page:</a:t>
            </a:r>
          </a:p>
        </p:txBody>
      </p:sp>
      <p:sp>
        <p:nvSpPr>
          <p:cNvPr id="7" name="Slide Number Placeholder 6">
            <a:extLst>
              <a:ext uri="{FF2B5EF4-FFF2-40B4-BE49-F238E27FC236}">
                <a16:creationId xmlns:a16="http://schemas.microsoft.com/office/drawing/2014/main" id="{A98F41B9-1869-61D5-A216-C2F6283F0785}"/>
              </a:ext>
            </a:extLst>
          </p:cNvPr>
          <p:cNvSpPr>
            <a:spLocks noGrp="1"/>
          </p:cNvSpPr>
          <p:nvPr>
            <p:ph type="sldNum" sz="quarter" idx="12"/>
          </p:nvPr>
        </p:nvSpPr>
        <p:spPr/>
        <p:txBody>
          <a:bodyPr/>
          <a:lstStyle/>
          <a:p>
            <a:fld id="{A05F730E-E9F5-497F-A1DD-7D5DAA41F83C}" type="slidenum">
              <a:rPr lang="en-US" smtClean="0"/>
              <a:t>‹#›</a:t>
            </a:fld>
            <a:endParaRPr lang="en-US"/>
          </a:p>
        </p:txBody>
      </p:sp>
    </p:spTree>
    <p:extLst>
      <p:ext uri="{BB962C8B-B14F-4D97-AF65-F5344CB8AC3E}">
        <p14:creationId xmlns:p14="http://schemas.microsoft.com/office/powerpoint/2010/main" val="40498619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979B4-6362-B0D8-2C21-F4FD26E5F2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A7D3EF2-36AE-76E7-CC40-40374D8168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985095-640E-3893-669C-0F9B5A0E1E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017E58-F7D3-38A0-4DBF-9FAD43AA1B92}"/>
              </a:ext>
            </a:extLst>
          </p:cNvPr>
          <p:cNvSpPr>
            <a:spLocks noGrp="1"/>
          </p:cNvSpPr>
          <p:nvPr>
            <p:ph type="dt" sz="half" idx="10"/>
          </p:nvPr>
        </p:nvSpPr>
        <p:spPr/>
        <p:txBody>
          <a:bodyPr/>
          <a:lstStyle/>
          <a:p>
            <a:fld id="{F2838107-B1CD-41A9-8A14-C8BA7A66F240}" type="datetime1">
              <a:rPr lang="en-US" smtClean="0"/>
              <a:t>10/27/2026</a:t>
            </a:fld>
            <a:endParaRPr lang="en-US"/>
          </a:p>
        </p:txBody>
      </p:sp>
      <p:sp>
        <p:nvSpPr>
          <p:cNvPr id="6" name="Footer Placeholder 5">
            <a:extLst>
              <a:ext uri="{FF2B5EF4-FFF2-40B4-BE49-F238E27FC236}">
                <a16:creationId xmlns:a16="http://schemas.microsoft.com/office/drawing/2014/main" id="{87912BA8-DBE2-7C25-56FF-2040317BCFD8}"/>
              </a:ext>
            </a:extLst>
          </p:cNvPr>
          <p:cNvSpPr>
            <a:spLocks noGrp="1"/>
          </p:cNvSpPr>
          <p:nvPr>
            <p:ph type="ftr" sz="quarter" idx="11"/>
          </p:nvPr>
        </p:nvSpPr>
        <p:spPr/>
        <p:txBody>
          <a:bodyPr/>
          <a:lstStyle/>
          <a:p>
            <a:r>
              <a:rPr lang="en-US"/>
              <a:t>Page:</a:t>
            </a:r>
          </a:p>
        </p:txBody>
      </p:sp>
      <p:sp>
        <p:nvSpPr>
          <p:cNvPr id="7" name="Slide Number Placeholder 6">
            <a:extLst>
              <a:ext uri="{FF2B5EF4-FFF2-40B4-BE49-F238E27FC236}">
                <a16:creationId xmlns:a16="http://schemas.microsoft.com/office/drawing/2014/main" id="{3627F39E-E45E-6521-A6F8-3FF2261803D2}"/>
              </a:ext>
            </a:extLst>
          </p:cNvPr>
          <p:cNvSpPr>
            <a:spLocks noGrp="1"/>
          </p:cNvSpPr>
          <p:nvPr>
            <p:ph type="sldNum" sz="quarter" idx="12"/>
          </p:nvPr>
        </p:nvSpPr>
        <p:spPr/>
        <p:txBody>
          <a:bodyPr/>
          <a:lstStyle/>
          <a:p>
            <a:fld id="{A05F730E-E9F5-497F-A1DD-7D5DAA41F83C}" type="slidenum">
              <a:rPr lang="en-US" smtClean="0"/>
              <a:t>‹#›</a:t>
            </a:fld>
            <a:endParaRPr lang="en-US"/>
          </a:p>
        </p:txBody>
      </p:sp>
    </p:spTree>
    <p:extLst>
      <p:ext uri="{BB962C8B-B14F-4D97-AF65-F5344CB8AC3E}">
        <p14:creationId xmlns:p14="http://schemas.microsoft.com/office/powerpoint/2010/main" val="35360062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11DD4-EAA5-56FD-9160-CF59402CD0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9554C8-CC67-EEE0-2262-5A798D3458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468D9B-50C8-2A32-9E56-BBCC15E6C8BF}"/>
              </a:ext>
            </a:extLst>
          </p:cNvPr>
          <p:cNvSpPr>
            <a:spLocks noGrp="1"/>
          </p:cNvSpPr>
          <p:nvPr>
            <p:ph type="dt" sz="half" idx="10"/>
          </p:nvPr>
        </p:nvSpPr>
        <p:spPr/>
        <p:txBody>
          <a:bodyPr/>
          <a:lstStyle/>
          <a:p>
            <a:fld id="{682D6997-B758-466F-91F2-3211997ABE8F}" type="datetime1">
              <a:rPr lang="en-US" smtClean="0"/>
              <a:t>10/27/2026</a:t>
            </a:fld>
            <a:endParaRPr lang="en-US"/>
          </a:p>
        </p:txBody>
      </p:sp>
      <p:sp>
        <p:nvSpPr>
          <p:cNvPr id="5" name="Footer Placeholder 4">
            <a:extLst>
              <a:ext uri="{FF2B5EF4-FFF2-40B4-BE49-F238E27FC236}">
                <a16:creationId xmlns:a16="http://schemas.microsoft.com/office/drawing/2014/main" id="{1B34B5F1-6C8A-B169-B39B-A0C7FA5A3804}"/>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CA74647A-C1AE-A42E-9D2C-89845C14CAC3}"/>
              </a:ext>
            </a:extLst>
          </p:cNvPr>
          <p:cNvSpPr>
            <a:spLocks noGrp="1"/>
          </p:cNvSpPr>
          <p:nvPr>
            <p:ph type="sldNum" sz="quarter" idx="12"/>
          </p:nvPr>
        </p:nvSpPr>
        <p:spPr/>
        <p:txBody>
          <a:bodyPr/>
          <a:lstStyle/>
          <a:p>
            <a:fld id="{A05F730E-E9F5-497F-A1DD-7D5DAA41F83C}" type="slidenum">
              <a:rPr lang="en-US" smtClean="0"/>
              <a:t>‹#›</a:t>
            </a:fld>
            <a:endParaRPr lang="en-US"/>
          </a:p>
        </p:txBody>
      </p:sp>
    </p:spTree>
    <p:extLst>
      <p:ext uri="{BB962C8B-B14F-4D97-AF65-F5344CB8AC3E}">
        <p14:creationId xmlns:p14="http://schemas.microsoft.com/office/powerpoint/2010/main" val="3932359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8C0B63-7A3E-E725-9C46-05F9CBBED8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547A87-6652-A186-E838-5F8FF4BCE4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DD54CE-2C79-F6EE-18D8-2E8D0B7FFDE7}"/>
              </a:ext>
            </a:extLst>
          </p:cNvPr>
          <p:cNvSpPr>
            <a:spLocks noGrp="1"/>
          </p:cNvSpPr>
          <p:nvPr>
            <p:ph type="dt" sz="half" idx="10"/>
          </p:nvPr>
        </p:nvSpPr>
        <p:spPr/>
        <p:txBody>
          <a:bodyPr/>
          <a:lstStyle/>
          <a:p>
            <a:fld id="{D6EEFB28-0E0B-4896-8743-A213E742CFF4}" type="datetime1">
              <a:rPr lang="en-US" smtClean="0"/>
              <a:t>10/27/2026</a:t>
            </a:fld>
            <a:endParaRPr lang="en-US"/>
          </a:p>
        </p:txBody>
      </p:sp>
      <p:sp>
        <p:nvSpPr>
          <p:cNvPr id="5" name="Footer Placeholder 4">
            <a:extLst>
              <a:ext uri="{FF2B5EF4-FFF2-40B4-BE49-F238E27FC236}">
                <a16:creationId xmlns:a16="http://schemas.microsoft.com/office/drawing/2014/main" id="{EE0C4377-23E8-D362-B096-FC754F9334B9}"/>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91278CA2-594D-1B1A-5564-650E34B2D191}"/>
              </a:ext>
            </a:extLst>
          </p:cNvPr>
          <p:cNvSpPr>
            <a:spLocks noGrp="1"/>
          </p:cNvSpPr>
          <p:nvPr>
            <p:ph type="sldNum" sz="quarter" idx="12"/>
          </p:nvPr>
        </p:nvSpPr>
        <p:spPr/>
        <p:txBody>
          <a:bodyPr/>
          <a:lstStyle/>
          <a:p>
            <a:fld id="{A05F730E-E9F5-497F-A1DD-7D5DAA41F83C}" type="slidenum">
              <a:rPr lang="en-US" smtClean="0"/>
              <a:t>‹#›</a:t>
            </a:fld>
            <a:endParaRPr lang="en-US"/>
          </a:p>
        </p:txBody>
      </p:sp>
    </p:spTree>
    <p:extLst>
      <p:ext uri="{BB962C8B-B14F-4D97-AF65-F5344CB8AC3E}">
        <p14:creationId xmlns:p14="http://schemas.microsoft.com/office/powerpoint/2010/main" val="18365754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2D590-A6ED-303E-510E-6CA35C8E5F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027135D-B0C0-F80F-567D-1B593152EA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7D3553-6D5F-1410-59E3-20AE955FDB42}"/>
              </a:ext>
            </a:extLst>
          </p:cNvPr>
          <p:cNvSpPr>
            <a:spLocks noGrp="1"/>
          </p:cNvSpPr>
          <p:nvPr>
            <p:ph type="dt" sz="half" idx="10"/>
          </p:nvPr>
        </p:nvSpPr>
        <p:spPr/>
        <p:txBody>
          <a:bodyPr/>
          <a:lstStyle/>
          <a:p>
            <a:fld id="{1A3C2060-1490-4D6F-BF23-722CB6B7192E}" type="datetime1">
              <a:rPr lang="en-US" smtClean="0"/>
              <a:t>10/27/2026</a:t>
            </a:fld>
            <a:endParaRPr lang="en-US"/>
          </a:p>
        </p:txBody>
      </p:sp>
      <p:sp>
        <p:nvSpPr>
          <p:cNvPr id="5" name="Footer Placeholder 4">
            <a:extLst>
              <a:ext uri="{FF2B5EF4-FFF2-40B4-BE49-F238E27FC236}">
                <a16:creationId xmlns:a16="http://schemas.microsoft.com/office/drawing/2014/main" id="{A8F39ADF-1EE9-3FA3-AD0B-24FDC2010B49}"/>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4481C5E8-9F90-7D7F-D78B-0DAF752977FC}"/>
              </a:ext>
            </a:extLst>
          </p:cNvPr>
          <p:cNvSpPr>
            <a:spLocks noGrp="1"/>
          </p:cNvSpPr>
          <p:nvPr>
            <p:ph type="sldNum" sz="quarter" idx="12"/>
          </p:nvPr>
        </p:nvSpPr>
        <p:spPr/>
        <p:txBody>
          <a:bodyPr/>
          <a:lstStyle/>
          <a:p>
            <a:fld id="{03CE4925-7DAD-43D3-B586-81B6A0E75D59}" type="slidenum">
              <a:rPr lang="en-US" smtClean="0"/>
              <a:t>‹#›</a:t>
            </a:fld>
            <a:endParaRPr lang="en-US"/>
          </a:p>
        </p:txBody>
      </p:sp>
    </p:spTree>
    <p:extLst>
      <p:ext uri="{BB962C8B-B14F-4D97-AF65-F5344CB8AC3E}">
        <p14:creationId xmlns:p14="http://schemas.microsoft.com/office/powerpoint/2010/main" val="11868717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0AD51-CDC6-3D3F-1272-83DF18DA88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1D4BF6-7C13-BFF3-E9E1-D991550E44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BE519A-88B7-8BC0-D268-B0B0810C47EB}"/>
              </a:ext>
            </a:extLst>
          </p:cNvPr>
          <p:cNvSpPr>
            <a:spLocks noGrp="1"/>
          </p:cNvSpPr>
          <p:nvPr>
            <p:ph type="dt" sz="half" idx="10"/>
          </p:nvPr>
        </p:nvSpPr>
        <p:spPr/>
        <p:txBody>
          <a:bodyPr/>
          <a:lstStyle/>
          <a:p>
            <a:fld id="{6F742F0B-70A4-4A10-9453-DA1321BD6532}" type="datetime1">
              <a:rPr lang="en-US" smtClean="0"/>
              <a:t>10/27/2026</a:t>
            </a:fld>
            <a:endParaRPr lang="en-US"/>
          </a:p>
        </p:txBody>
      </p:sp>
      <p:sp>
        <p:nvSpPr>
          <p:cNvPr id="5" name="Footer Placeholder 4">
            <a:extLst>
              <a:ext uri="{FF2B5EF4-FFF2-40B4-BE49-F238E27FC236}">
                <a16:creationId xmlns:a16="http://schemas.microsoft.com/office/drawing/2014/main" id="{63CDB90A-27D3-B739-AAED-046AF7009897}"/>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5450C6A2-D62B-0332-44E0-FAAC9DA1A13F}"/>
              </a:ext>
            </a:extLst>
          </p:cNvPr>
          <p:cNvSpPr>
            <a:spLocks noGrp="1"/>
          </p:cNvSpPr>
          <p:nvPr>
            <p:ph type="sldNum" sz="quarter" idx="12"/>
          </p:nvPr>
        </p:nvSpPr>
        <p:spPr/>
        <p:txBody>
          <a:bodyPr/>
          <a:lstStyle/>
          <a:p>
            <a:fld id="{03CE4925-7DAD-43D3-B586-81B6A0E75D59}" type="slidenum">
              <a:rPr lang="en-US" smtClean="0"/>
              <a:t>‹#›</a:t>
            </a:fld>
            <a:endParaRPr lang="en-US"/>
          </a:p>
        </p:txBody>
      </p:sp>
    </p:spTree>
    <p:extLst>
      <p:ext uri="{BB962C8B-B14F-4D97-AF65-F5344CB8AC3E}">
        <p14:creationId xmlns:p14="http://schemas.microsoft.com/office/powerpoint/2010/main" val="9613114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137CF-284F-0A88-405E-0183E9A548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D07C2D-E5C4-565A-2B41-DF68448A1B1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090F86-D7A9-3A52-1B68-F9676FCE39E3}"/>
              </a:ext>
            </a:extLst>
          </p:cNvPr>
          <p:cNvSpPr>
            <a:spLocks noGrp="1"/>
          </p:cNvSpPr>
          <p:nvPr>
            <p:ph type="dt" sz="half" idx="10"/>
          </p:nvPr>
        </p:nvSpPr>
        <p:spPr/>
        <p:txBody>
          <a:bodyPr/>
          <a:lstStyle/>
          <a:p>
            <a:fld id="{8FE78623-4D2C-47D8-B91E-D3251575B630}" type="datetime1">
              <a:rPr lang="en-US" smtClean="0"/>
              <a:t>10/27/2026</a:t>
            </a:fld>
            <a:endParaRPr lang="en-US"/>
          </a:p>
        </p:txBody>
      </p:sp>
      <p:sp>
        <p:nvSpPr>
          <p:cNvPr id="5" name="Footer Placeholder 4">
            <a:extLst>
              <a:ext uri="{FF2B5EF4-FFF2-40B4-BE49-F238E27FC236}">
                <a16:creationId xmlns:a16="http://schemas.microsoft.com/office/drawing/2014/main" id="{E2888024-EE77-49CC-7E7C-36228BDFFF57}"/>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5570EC1D-4695-58AF-A150-BB61BF7CEF1F}"/>
              </a:ext>
            </a:extLst>
          </p:cNvPr>
          <p:cNvSpPr>
            <a:spLocks noGrp="1"/>
          </p:cNvSpPr>
          <p:nvPr>
            <p:ph type="sldNum" sz="quarter" idx="12"/>
          </p:nvPr>
        </p:nvSpPr>
        <p:spPr/>
        <p:txBody>
          <a:bodyPr/>
          <a:lstStyle/>
          <a:p>
            <a:fld id="{03CE4925-7DAD-43D3-B586-81B6A0E75D59}" type="slidenum">
              <a:rPr lang="en-US" smtClean="0"/>
              <a:t>‹#›</a:t>
            </a:fld>
            <a:endParaRPr lang="en-US"/>
          </a:p>
        </p:txBody>
      </p:sp>
    </p:spTree>
    <p:extLst>
      <p:ext uri="{BB962C8B-B14F-4D97-AF65-F5344CB8AC3E}">
        <p14:creationId xmlns:p14="http://schemas.microsoft.com/office/powerpoint/2010/main" val="38546612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D8BE7-E395-9044-6903-505C711F9F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38BE59-55BE-AB45-F501-27D8698669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4398B51-E0DB-5A31-AA11-50A12152F3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D72543D-6D71-8E38-0893-6A8D61A4C840}"/>
              </a:ext>
            </a:extLst>
          </p:cNvPr>
          <p:cNvSpPr>
            <a:spLocks noGrp="1"/>
          </p:cNvSpPr>
          <p:nvPr>
            <p:ph type="dt" sz="half" idx="10"/>
          </p:nvPr>
        </p:nvSpPr>
        <p:spPr/>
        <p:txBody>
          <a:bodyPr/>
          <a:lstStyle/>
          <a:p>
            <a:fld id="{72A29DB1-B19B-4BDC-9A01-A128274EFC97}" type="datetime1">
              <a:rPr lang="en-US" smtClean="0"/>
              <a:t>10/27/2026</a:t>
            </a:fld>
            <a:endParaRPr lang="en-US"/>
          </a:p>
        </p:txBody>
      </p:sp>
      <p:sp>
        <p:nvSpPr>
          <p:cNvPr id="6" name="Footer Placeholder 5">
            <a:extLst>
              <a:ext uri="{FF2B5EF4-FFF2-40B4-BE49-F238E27FC236}">
                <a16:creationId xmlns:a16="http://schemas.microsoft.com/office/drawing/2014/main" id="{EEE12AD0-CC51-265A-4961-6EE4F132BB48}"/>
              </a:ext>
            </a:extLst>
          </p:cNvPr>
          <p:cNvSpPr>
            <a:spLocks noGrp="1"/>
          </p:cNvSpPr>
          <p:nvPr>
            <p:ph type="ftr" sz="quarter" idx="11"/>
          </p:nvPr>
        </p:nvSpPr>
        <p:spPr/>
        <p:txBody>
          <a:bodyPr/>
          <a:lstStyle/>
          <a:p>
            <a:r>
              <a:rPr lang="en-US"/>
              <a:t>Page:</a:t>
            </a:r>
          </a:p>
        </p:txBody>
      </p:sp>
      <p:sp>
        <p:nvSpPr>
          <p:cNvPr id="7" name="Slide Number Placeholder 6">
            <a:extLst>
              <a:ext uri="{FF2B5EF4-FFF2-40B4-BE49-F238E27FC236}">
                <a16:creationId xmlns:a16="http://schemas.microsoft.com/office/drawing/2014/main" id="{4D5FFE4D-63AC-0626-6D17-C349E170AA8A}"/>
              </a:ext>
            </a:extLst>
          </p:cNvPr>
          <p:cNvSpPr>
            <a:spLocks noGrp="1"/>
          </p:cNvSpPr>
          <p:nvPr>
            <p:ph type="sldNum" sz="quarter" idx="12"/>
          </p:nvPr>
        </p:nvSpPr>
        <p:spPr/>
        <p:txBody>
          <a:bodyPr/>
          <a:lstStyle/>
          <a:p>
            <a:fld id="{03CE4925-7DAD-43D3-B586-81B6A0E75D59}" type="slidenum">
              <a:rPr lang="en-US" smtClean="0"/>
              <a:t>‹#›</a:t>
            </a:fld>
            <a:endParaRPr lang="en-US"/>
          </a:p>
        </p:txBody>
      </p:sp>
    </p:spTree>
    <p:extLst>
      <p:ext uri="{BB962C8B-B14F-4D97-AF65-F5344CB8AC3E}">
        <p14:creationId xmlns:p14="http://schemas.microsoft.com/office/powerpoint/2010/main" val="19363657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9134A-A36F-8E46-0354-769C336316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A10705F-C4AB-12F9-0B92-4730750A7E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1AAA23-3FD2-8FB2-9B37-6B718FCBF5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0B95FD-7C36-BF23-F27B-6621494114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E56762-739A-C56F-B83D-FC723C66F1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474819-3416-D8C8-D9BC-A2F5D3195382}"/>
              </a:ext>
            </a:extLst>
          </p:cNvPr>
          <p:cNvSpPr>
            <a:spLocks noGrp="1"/>
          </p:cNvSpPr>
          <p:nvPr>
            <p:ph type="dt" sz="half" idx="10"/>
          </p:nvPr>
        </p:nvSpPr>
        <p:spPr/>
        <p:txBody>
          <a:bodyPr/>
          <a:lstStyle/>
          <a:p>
            <a:fld id="{C4B51233-9E56-478E-82E5-23054959DB88}" type="datetime1">
              <a:rPr lang="en-US" smtClean="0"/>
              <a:t>10/27/2026</a:t>
            </a:fld>
            <a:endParaRPr lang="en-US"/>
          </a:p>
        </p:txBody>
      </p:sp>
      <p:sp>
        <p:nvSpPr>
          <p:cNvPr id="8" name="Footer Placeholder 7">
            <a:extLst>
              <a:ext uri="{FF2B5EF4-FFF2-40B4-BE49-F238E27FC236}">
                <a16:creationId xmlns:a16="http://schemas.microsoft.com/office/drawing/2014/main" id="{736F6C3A-A96C-5C5D-1CF7-0E825366934A}"/>
              </a:ext>
            </a:extLst>
          </p:cNvPr>
          <p:cNvSpPr>
            <a:spLocks noGrp="1"/>
          </p:cNvSpPr>
          <p:nvPr>
            <p:ph type="ftr" sz="quarter" idx="11"/>
          </p:nvPr>
        </p:nvSpPr>
        <p:spPr/>
        <p:txBody>
          <a:bodyPr/>
          <a:lstStyle/>
          <a:p>
            <a:r>
              <a:rPr lang="en-US"/>
              <a:t>Page:</a:t>
            </a:r>
          </a:p>
        </p:txBody>
      </p:sp>
      <p:sp>
        <p:nvSpPr>
          <p:cNvPr id="9" name="Slide Number Placeholder 8">
            <a:extLst>
              <a:ext uri="{FF2B5EF4-FFF2-40B4-BE49-F238E27FC236}">
                <a16:creationId xmlns:a16="http://schemas.microsoft.com/office/drawing/2014/main" id="{EFD1E281-98E6-D7C5-E91A-6F06F209BEFB}"/>
              </a:ext>
            </a:extLst>
          </p:cNvPr>
          <p:cNvSpPr>
            <a:spLocks noGrp="1"/>
          </p:cNvSpPr>
          <p:nvPr>
            <p:ph type="sldNum" sz="quarter" idx="12"/>
          </p:nvPr>
        </p:nvSpPr>
        <p:spPr/>
        <p:txBody>
          <a:bodyPr/>
          <a:lstStyle/>
          <a:p>
            <a:fld id="{03CE4925-7DAD-43D3-B586-81B6A0E75D59}" type="slidenum">
              <a:rPr lang="en-US" smtClean="0"/>
              <a:t>‹#›</a:t>
            </a:fld>
            <a:endParaRPr lang="en-US"/>
          </a:p>
        </p:txBody>
      </p:sp>
    </p:spTree>
    <p:extLst>
      <p:ext uri="{BB962C8B-B14F-4D97-AF65-F5344CB8AC3E}">
        <p14:creationId xmlns:p14="http://schemas.microsoft.com/office/powerpoint/2010/main" val="7333337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9AC8A-D6EB-ED0C-BB4E-E4E818E5D9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FD68916-22EA-3374-3144-B62CFF5E824D}"/>
              </a:ext>
            </a:extLst>
          </p:cNvPr>
          <p:cNvSpPr>
            <a:spLocks noGrp="1"/>
          </p:cNvSpPr>
          <p:nvPr>
            <p:ph type="dt" sz="half" idx="10"/>
          </p:nvPr>
        </p:nvSpPr>
        <p:spPr/>
        <p:txBody>
          <a:bodyPr/>
          <a:lstStyle/>
          <a:p>
            <a:fld id="{3AA940A7-7D01-4467-B91D-5F28509B044C}" type="datetime1">
              <a:rPr lang="en-US" smtClean="0"/>
              <a:t>10/27/2026</a:t>
            </a:fld>
            <a:endParaRPr lang="en-US"/>
          </a:p>
        </p:txBody>
      </p:sp>
      <p:sp>
        <p:nvSpPr>
          <p:cNvPr id="4" name="Footer Placeholder 3">
            <a:extLst>
              <a:ext uri="{FF2B5EF4-FFF2-40B4-BE49-F238E27FC236}">
                <a16:creationId xmlns:a16="http://schemas.microsoft.com/office/drawing/2014/main" id="{D828916A-C5B6-54A9-AED2-B90791A4E66B}"/>
              </a:ext>
            </a:extLst>
          </p:cNvPr>
          <p:cNvSpPr>
            <a:spLocks noGrp="1"/>
          </p:cNvSpPr>
          <p:nvPr>
            <p:ph type="ftr" sz="quarter" idx="11"/>
          </p:nvPr>
        </p:nvSpPr>
        <p:spPr/>
        <p:txBody>
          <a:bodyPr/>
          <a:lstStyle/>
          <a:p>
            <a:r>
              <a:rPr lang="en-US"/>
              <a:t>Page:</a:t>
            </a:r>
          </a:p>
        </p:txBody>
      </p:sp>
      <p:sp>
        <p:nvSpPr>
          <p:cNvPr id="5" name="Slide Number Placeholder 4">
            <a:extLst>
              <a:ext uri="{FF2B5EF4-FFF2-40B4-BE49-F238E27FC236}">
                <a16:creationId xmlns:a16="http://schemas.microsoft.com/office/drawing/2014/main" id="{92FF1294-90A9-A6D3-A17A-892C59924739}"/>
              </a:ext>
            </a:extLst>
          </p:cNvPr>
          <p:cNvSpPr>
            <a:spLocks noGrp="1"/>
          </p:cNvSpPr>
          <p:nvPr>
            <p:ph type="sldNum" sz="quarter" idx="12"/>
          </p:nvPr>
        </p:nvSpPr>
        <p:spPr/>
        <p:txBody>
          <a:bodyPr/>
          <a:lstStyle/>
          <a:p>
            <a:fld id="{03CE4925-7DAD-43D3-B586-81B6A0E75D59}" type="slidenum">
              <a:rPr lang="en-US" smtClean="0"/>
              <a:t>‹#›</a:t>
            </a:fld>
            <a:endParaRPr lang="en-US"/>
          </a:p>
        </p:txBody>
      </p:sp>
    </p:spTree>
    <p:extLst>
      <p:ext uri="{BB962C8B-B14F-4D97-AF65-F5344CB8AC3E}">
        <p14:creationId xmlns:p14="http://schemas.microsoft.com/office/powerpoint/2010/main" val="28478860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BE1E73-0E7B-CDE6-A0A0-2234665497B6}"/>
              </a:ext>
            </a:extLst>
          </p:cNvPr>
          <p:cNvSpPr>
            <a:spLocks noGrp="1"/>
          </p:cNvSpPr>
          <p:nvPr>
            <p:ph type="dt" sz="half" idx="10"/>
          </p:nvPr>
        </p:nvSpPr>
        <p:spPr/>
        <p:txBody>
          <a:bodyPr/>
          <a:lstStyle/>
          <a:p>
            <a:fld id="{107CAD12-8A6B-4B9D-9AB9-7371BEA1DB22}" type="datetime1">
              <a:rPr lang="en-US" smtClean="0"/>
              <a:t>10/27/2026</a:t>
            </a:fld>
            <a:endParaRPr lang="en-US"/>
          </a:p>
        </p:txBody>
      </p:sp>
      <p:sp>
        <p:nvSpPr>
          <p:cNvPr id="3" name="Footer Placeholder 2">
            <a:extLst>
              <a:ext uri="{FF2B5EF4-FFF2-40B4-BE49-F238E27FC236}">
                <a16:creationId xmlns:a16="http://schemas.microsoft.com/office/drawing/2014/main" id="{58A679D3-77F8-BC7B-0022-490A612C010E}"/>
              </a:ext>
            </a:extLst>
          </p:cNvPr>
          <p:cNvSpPr>
            <a:spLocks noGrp="1"/>
          </p:cNvSpPr>
          <p:nvPr>
            <p:ph type="ftr" sz="quarter" idx="11"/>
          </p:nvPr>
        </p:nvSpPr>
        <p:spPr/>
        <p:txBody>
          <a:bodyPr/>
          <a:lstStyle/>
          <a:p>
            <a:r>
              <a:rPr lang="en-US"/>
              <a:t>Page:</a:t>
            </a:r>
          </a:p>
        </p:txBody>
      </p:sp>
      <p:sp>
        <p:nvSpPr>
          <p:cNvPr id="4" name="Slide Number Placeholder 3">
            <a:extLst>
              <a:ext uri="{FF2B5EF4-FFF2-40B4-BE49-F238E27FC236}">
                <a16:creationId xmlns:a16="http://schemas.microsoft.com/office/drawing/2014/main" id="{EC6E0071-E7D3-9DAE-2259-CF24EC61B5E1}"/>
              </a:ext>
            </a:extLst>
          </p:cNvPr>
          <p:cNvSpPr>
            <a:spLocks noGrp="1"/>
          </p:cNvSpPr>
          <p:nvPr>
            <p:ph type="sldNum" sz="quarter" idx="12"/>
          </p:nvPr>
        </p:nvSpPr>
        <p:spPr/>
        <p:txBody>
          <a:bodyPr/>
          <a:lstStyle/>
          <a:p>
            <a:fld id="{03CE4925-7DAD-43D3-B586-81B6A0E75D59}" type="slidenum">
              <a:rPr lang="en-US" smtClean="0"/>
              <a:t>‹#›</a:t>
            </a:fld>
            <a:endParaRPr lang="en-US"/>
          </a:p>
        </p:txBody>
      </p:sp>
    </p:spTree>
    <p:extLst>
      <p:ext uri="{BB962C8B-B14F-4D97-AF65-F5344CB8AC3E}">
        <p14:creationId xmlns:p14="http://schemas.microsoft.com/office/powerpoint/2010/main" val="16923451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80C07-A2BA-FB15-78EA-5DF5B3430C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6BB9E5D-D30D-B0A6-C0B6-AD5269AC91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255176-41D4-B07A-9B50-95E5C79094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613528-FF4D-2508-2662-61D0083CE9EC}"/>
              </a:ext>
            </a:extLst>
          </p:cNvPr>
          <p:cNvSpPr>
            <a:spLocks noGrp="1"/>
          </p:cNvSpPr>
          <p:nvPr>
            <p:ph type="dt" sz="half" idx="10"/>
          </p:nvPr>
        </p:nvSpPr>
        <p:spPr/>
        <p:txBody>
          <a:bodyPr/>
          <a:lstStyle/>
          <a:p>
            <a:fld id="{39573F88-B576-4FED-ADA6-6CF64CFBEB86}" type="datetime1">
              <a:rPr lang="en-US" smtClean="0"/>
              <a:t>10/27/2026</a:t>
            </a:fld>
            <a:endParaRPr lang="en-US"/>
          </a:p>
        </p:txBody>
      </p:sp>
      <p:sp>
        <p:nvSpPr>
          <p:cNvPr id="6" name="Footer Placeholder 5">
            <a:extLst>
              <a:ext uri="{FF2B5EF4-FFF2-40B4-BE49-F238E27FC236}">
                <a16:creationId xmlns:a16="http://schemas.microsoft.com/office/drawing/2014/main" id="{7A749669-D211-E7A4-1893-5DD9B0E78183}"/>
              </a:ext>
            </a:extLst>
          </p:cNvPr>
          <p:cNvSpPr>
            <a:spLocks noGrp="1"/>
          </p:cNvSpPr>
          <p:nvPr>
            <p:ph type="ftr" sz="quarter" idx="11"/>
          </p:nvPr>
        </p:nvSpPr>
        <p:spPr/>
        <p:txBody>
          <a:bodyPr/>
          <a:lstStyle/>
          <a:p>
            <a:r>
              <a:rPr lang="en-US"/>
              <a:t>Page:</a:t>
            </a:r>
          </a:p>
        </p:txBody>
      </p:sp>
      <p:sp>
        <p:nvSpPr>
          <p:cNvPr id="7" name="Slide Number Placeholder 6">
            <a:extLst>
              <a:ext uri="{FF2B5EF4-FFF2-40B4-BE49-F238E27FC236}">
                <a16:creationId xmlns:a16="http://schemas.microsoft.com/office/drawing/2014/main" id="{623899CC-79B8-403D-83FE-A5C668818541}"/>
              </a:ext>
            </a:extLst>
          </p:cNvPr>
          <p:cNvSpPr>
            <a:spLocks noGrp="1"/>
          </p:cNvSpPr>
          <p:nvPr>
            <p:ph type="sldNum" sz="quarter" idx="12"/>
          </p:nvPr>
        </p:nvSpPr>
        <p:spPr/>
        <p:txBody>
          <a:bodyPr/>
          <a:lstStyle/>
          <a:p>
            <a:fld id="{03CE4925-7DAD-43D3-B586-81B6A0E75D59}" type="slidenum">
              <a:rPr lang="en-US" smtClean="0"/>
              <a:t>‹#›</a:t>
            </a:fld>
            <a:endParaRPr lang="en-US"/>
          </a:p>
        </p:txBody>
      </p:sp>
    </p:spTree>
    <p:extLst>
      <p:ext uri="{BB962C8B-B14F-4D97-AF65-F5344CB8AC3E}">
        <p14:creationId xmlns:p14="http://schemas.microsoft.com/office/powerpoint/2010/main" val="32364035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2F47D-BB43-2E8F-28CA-507B9020C4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E45F274-3D94-2106-F067-613F8683A1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1EE7452-FF82-C481-B44D-E97362172A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C5EE46-A22C-AD72-4E6D-00A14AA172CC}"/>
              </a:ext>
            </a:extLst>
          </p:cNvPr>
          <p:cNvSpPr>
            <a:spLocks noGrp="1"/>
          </p:cNvSpPr>
          <p:nvPr>
            <p:ph type="dt" sz="half" idx="10"/>
          </p:nvPr>
        </p:nvSpPr>
        <p:spPr/>
        <p:txBody>
          <a:bodyPr/>
          <a:lstStyle/>
          <a:p>
            <a:fld id="{279E091D-E789-4CD5-979E-CCFA15791CB6}" type="datetime1">
              <a:rPr lang="en-US" smtClean="0"/>
              <a:t>10/27/2026</a:t>
            </a:fld>
            <a:endParaRPr lang="en-US"/>
          </a:p>
        </p:txBody>
      </p:sp>
      <p:sp>
        <p:nvSpPr>
          <p:cNvPr id="6" name="Footer Placeholder 5">
            <a:extLst>
              <a:ext uri="{FF2B5EF4-FFF2-40B4-BE49-F238E27FC236}">
                <a16:creationId xmlns:a16="http://schemas.microsoft.com/office/drawing/2014/main" id="{5836BEC0-0FFA-54FA-0C73-433692EA7E95}"/>
              </a:ext>
            </a:extLst>
          </p:cNvPr>
          <p:cNvSpPr>
            <a:spLocks noGrp="1"/>
          </p:cNvSpPr>
          <p:nvPr>
            <p:ph type="ftr" sz="quarter" idx="11"/>
          </p:nvPr>
        </p:nvSpPr>
        <p:spPr/>
        <p:txBody>
          <a:bodyPr/>
          <a:lstStyle/>
          <a:p>
            <a:r>
              <a:rPr lang="en-US"/>
              <a:t>Page:</a:t>
            </a:r>
          </a:p>
        </p:txBody>
      </p:sp>
      <p:sp>
        <p:nvSpPr>
          <p:cNvPr id="7" name="Slide Number Placeholder 6">
            <a:extLst>
              <a:ext uri="{FF2B5EF4-FFF2-40B4-BE49-F238E27FC236}">
                <a16:creationId xmlns:a16="http://schemas.microsoft.com/office/drawing/2014/main" id="{CAEB70E6-DA38-7DE5-A3AE-D5A38040985E}"/>
              </a:ext>
            </a:extLst>
          </p:cNvPr>
          <p:cNvSpPr>
            <a:spLocks noGrp="1"/>
          </p:cNvSpPr>
          <p:nvPr>
            <p:ph type="sldNum" sz="quarter" idx="12"/>
          </p:nvPr>
        </p:nvSpPr>
        <p:spPr/>
        <p:txBody>
          <a:bodyPr/>
          <a:lstStyle/>
          <a:p>
            <a:fld id="{03CE4925-7DAD-43D3-B586-81B6A0E75D59}" type="slidenum">
              <a:rPr lang="en-US" smtClean="0"/>
              <a:t>‹#›</a:t>
            </a:fld>
            <a:endParaRPr lang="en-US"/>
          </a:p>
        </p:txBody>
      </p:sp>
    </p:spTree>
    <p:extLst>
      <p:ext uri="{BB962C8B-B14F-4D97-AF65-F5344CB8AC3E}">
        <p14:creationId xmlns:p14="http://schemas.microsoft.com/office/powerpoint/2010/main" val="1477372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E7BDE-58E8-4B3E-656F-00E2D916FA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955AFB-EA78-119A-6B98-686D3E78C1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CFFF3A-6F15-B9C0-3139-9007BEB4CD09}"/>
              </a:ext>
            </a:extLst>
          </p:cNvPr>
          <p:cNvSpPr>
            <a:spLocks noGrp="1"/>
          </p:cNvSpPr>
          <p:nvPr>
            <p:ph type="dt" sz="half" idx="10"/>
          </p:nvPr>
        </p:nvSpPr>
        <p:spPr/>
        <p:txBody>
          <a:bodyPr/>
          <a:lstStyle/>
          <a:p>
            <a:fld id="{319198FD-D534-49E9-838E-70CE20AC2457}" type="datetime1">
              <a:rPr lang="en-US" smtClean="0"/>
              <a:t>10/27/2026</a:t>
            </a:fld>
            <a:endParaRPr lang="en-US"/>
          </a:p>
        </p:txBody>
      </p:sp>
      <p:sp>
        <p:nvSpPr>
          <p:cNvPr id="5" name="Footer Placeholder 4">
            <a:extLst>
              <a:ext uri="{FF2B5EF4-FFF2-40B4-BE49-F238E27FC236}">
                <a16:creationId xmlns:a16="http://schemas.microsoft.com/office/drawing/2014/main" id="{D310AA43-B421-402F-C1F2-78A57472C97D}"/>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74CB3BF1-C318-55D4-DCC5-F379C7A52977}"/>
              </a:ext>
            </a:extLst>
          </p:cNvPr>
          <p:cNvSpPr>
            <a:spLocks noGrp="1"/>
          </p:cNvSpPr>
          <p:nvPr>
            <p:ph type="sldNum" sz="quarter" idx="12"/>
          </p:nvPr>
        </p:nvSpPr>
        <p:spPr/>
        <p:txBody>
          <a:bodyPr/>
          <a:lstStyle/>
          <a:p>
            <a:fld id="{03CE4925-7DAD-43D3-B586-81B6A0E75D59}" type="slidenum">
              <a:rPr lang="en-US" smtClean="0"/>
              <a:t>‹#›</a:t>
            </a:fld>
            <a:endParaRPr lang="en-US"/>
          </a:p>
        </p:txBody>
      </p:sp>
    </p:spTree>
    <p:extLst>
      <p:ext uri="{BB962C8B-B14F-4D97-AF65-F5344CB8AC3E}">
        <p14:creationId xmlns:p14="http://schemas.microsoft.com/office/powerpoint/2010/main" val="38609053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A0C044-A2CC-BEDD-81F5-5BBF2D01C4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13B053-CB7B-B266-3CC1-8CB934EE81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403DC2-DA99-0BAC-F2D3-11E76731AFE1}"/>
              </a:ext>
            </a:extLst>
          </p:cNvPr>
          <p:cNvSpPr>
            <a:spLocks noGrp="1"/>
          </p:cNvSpPr>
          <p:nvPr>
            <p:ph type="dt" sz="half" idx="10"/>
          </p:nvPr>
        </p:nvSpPr>
        <p:spPr/>
        <p:txBody>
          <a:bodyPr/>
          <a:lstStyle/>
          <a:p>
            <a:fld id="{4D07870C-EFA0-4D8C-9708-44C4A06E60B0}" type="datetime1">
              <a:rPr lang="en-US" smtClean="0"/>
              <a:t>10/27/2026</a:t>
            </a:fld>
            <a:endParaRPr lang="en-US"/>
          </a:p>
        </p:txBody>
      </p:sp>
      <p:sp>
        <p:nvSpPr>
          <p:cNvPr id="5" name="Footer Placeholder 4">
            <a:extLst>
              <a:ext uri="{FF2B5EF4-FFF2-40B4-BE49-F238E27FC236}">
                <a16:creationId xmlns:a16="http://schemas.microsoft.com/office/drawing/2014/main" id="{F7959B36-45F5-751F-6A10-98B08032F4F7}"/>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3473EBA2-2E77-D127-8DF7-68C39A7CD9FD}"/>
              </a:ext>
            </a:extLst>
          </p:cNvPr>
          <p:cNvSpPr>
            <a:spLocks noGrp="1"/>
          </p:cNvSpPr>
          <p:nvPr>
            <p:ph type="sldNum" sz="quarter" idx="12"/>
          </p:nvPr>
        </p:nvSpPr>
        <p:spPr/>
        <p:txBody>
          <a:bodyPr/>
          <a:lstStyle/>
          <a:p>
            <a:fld id="{03CE4925-7DAD-43D3-B586-81B6A0E75D59}" type="slidenum">
              <a:rPr lang="en-US" smtClean="0"/>
              <a:t>‹#›</a:t>
            </a:fld>
            <a:endParaRPr lang="en-US"/>
          </a:p>
        </p:txBody>
      </p:sp>
    </p:spTree>
    <p:extLst>
      <p:ext uri="{BB962C8B-B14F-4D97-AF65-F5344CB8AC3E}">
        <p14:creationId xmlns:p14="http://schemas.microsoft.com/office/powerpoint/2010/main" val="376684024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37A5716-4238-46C7-BB50-A389FD07C3EB}" type="datetime1">
              <a:rPr lang="en-US" smtClean="0"/>
              <a:t>10/27/2026</a:t>
            </a:fld>
            <a:endParaRPr lang="en-US"/>
          </a:p>
        </p:txBody>
      </p:sp>
      <p:sp>
        <p:nvSpPr>
          <p:cNvPr id="5" name="Footer Placeholder 4"/>
          <p:cNvSpPr>
            <a:spLocks noGrp="1"/>
          </p:cNvSpPr>
          <p:nvPr>
            <p:ph type="ftr" sz="quarter" idx="11"/>
          </p:nvPr>
        </p:nvSpPr>
        <p:spPr>
          <a:xfrm>
            <a:off x="2416500" y="329307"/>
            <a:ext cx="4973915" cy="309201"/>
          </a:xfrm>
        </p:spPr>
        <p:txBody>
          <a:bodyPr/>
          <a:lstStyle/>
          <a:p>
            <a:r>
              <a:rPr lang="en-US"/>
              <a:t>Page:</a:t>
            </a:r>
          </a:p>
        </p:txBody>
      </p:sp>
      <p:sp>
        <p:nvSpPr>
          <p:cNvPr id="6" name="Slide Number Placeholder 5"/>
          <p:cNvSpPr>
            <a:spLocks noGrp="1"/>
          </p:cNvSpPr>
          <p:nvPr>
            <p:ph type="sldNum" sz="quarter" idx="12"/>
          </p:nvPr>
        </p:nvSpPr>
        <p:spPr>
          <a:xfrm>
            <a:off x="1437664" y="798973"/>
            <a:ext cx="811019" cy="503578"/>
          </a:xfrm>
        </p:spPr>
        <p:txBody>
          <a:bodyPr/>
          <a:lstStyle/>
          <a:p>
            <a:fld id="{511E72FE-814A-43D7-AA66-638DB960BCF9}"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917082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5503FE-5C3D-417B-8FE0-E50B45CFC404}" type="datetime1">
              <a:rPr lang="en-US" smtClean="0"/>
              <a:t>10/27/2026</a:t>
            </a:fld>
            <a:endParaRPr lang="en-US"/>
          </a:p>
        </p:txBody>
      </p:sp>
      <p:sp>
        <p:nvSpPr>
          <p:cNvPr id="5" name="Footer Placeholder 4"/>
          <p:cNvSpPr>
            <a:spLocks noGrp="1"/>
          </p:cNvSpPr>
          <p:nvPr>
            <p:ph type="ftr" sz="quarter" idx="11"/>
          </p:nvPr>
        </p:nvSpPr>
        <p:spPr/>
        <p:txBody>
          <a:bodyPr/>
          <a:lstStyle/>
          <a:p>
            <a:r>
              <a:rPr lang="en-US"/>
              <a:t>Page:</a:t>
            </a:r>
          </a:p>
        </p:txBody>
      </p:sp>
      <p:sp>
        <p:nvSpPr>
          <p:cNvPr id="6" name="Slide Number Placeholder 5"/>
          <p:cNvSpPr>
            <a:spLocks noGrp="1"/>
          </p:cNvSpPr>
          <p:nvPr>
            <p:ph type="sldNum" sz="quarter" idx="12"/>
          </p:nvPr>
        </p:nvSpPr>
        <p:spPr/>
        <p:txBody>
          <a:bodyPr/>
          <a:lstStyle/>
          <a:p>
            <a:fld id="{511E72FE-814A-43D7-AA66-638DB960BCF9}"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734104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AA3E0D-AA8C-454C-8221-311E09E6A992}" type="datetime1">
              <a:rPr lang="en-US" smtClean="0"/>
              <a:t>10/27/2026</a:t>
            </a:fld>
            <a:endParaRPr lang="en-US"/>
          </a:p>
        </p:txBody>
      </p:sp>
      <p:sp>
        <p:nvSpPr>
          <p:cNvPr id="5" name="Footer Placeholder 4"/>
          <p:cNvSpPr>
            <a:spLocks noGrp="1"/>
          </p:cNvSpPr>
          <p:nvPr>
            <p:ph type="ftr" sz="quarter" idx="11"/>
          </p:nvPr>
        </p:nvSpPr>
        <p:spPr/>
        <p:txBody>
          <a:bodyPr/>
          <a:lstStyle/>
          <a:p>
            <a:r>
              <a:rPr lang="en-US"/>
              <a:t>Page:</a:t>
            </a:r>
          </a:p>
        </p:txBody>
      </p:sp>
      <p:sp>
        <p:nvSpPr>
          <p:cNvPr id="6" name="Slide Number Placeholder 5"/>
          <p:cNvSpPr>
            <a:spLocks noGrp="1"/>
          </p:cNvSpPr>
          <p:nvPr>
            <p:ph type="sldNum" sz="quarter" idx="12"/>
          </p:nvPr>
        </p:nvSpPr>
        <p:spPr/>
        <p:txBody>
          <a:bodyPr/>
          <a:lstStyle/>
          <a:p>
            <a:fld id="{511E72FE-814A-43D7-AA66-638DB960BCF9}"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103930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4BAFA94-DCFA-4B08-A51E-B9DD9A7F4BE9}" type="datetime1">
              <a:rPr lang="en-US" smtClean="0"/>
              <a:t>10/27/2026</a:t>
            </a:fld>
            <a:endParaRPr lang="en-US"/>
          </a:p>
        </p:txBody>
      </p:sp>
      <p:sp>
        <p:nvSpPr>
          <p:cNvPr id="6" name="Footer Placeholder 5"/>
          <p:cNvSpPr>
            <a:spLocks noGrp="1"/>
          </p:cNvSpPr>
          <p:nvPr>
            <p:ph type="ftr" sz="quarter" idx="11"/>
          </p:nvPr>
        </p:nvSpPr>
        <p:spPr/>
        <p:txBody>
          <a:bodyPr/>
          <a:lstStyle/>
          <a:p>
            <a:r>
              <a:rPr lang="en-US"/>
              <a:t>Page:</a:t>
            </a:r>
          </a:p>
        </p:txBody>
      </p:sp>
      <p:sp>
        <p:nvSpPr>
          <p:cNvPr id="7" name="Slide Number Placeholder 6"/>
          <p:cNvSpPr>
            <a:spLocks noGrp="1"/>
          </p:cNvSpPr>
          <p:nvPr>
            <p:ph type="sldNum" sz="quarter" idx="12"/>
          </p:nvPr>
        </p:nvSpPr>
        <p:spPr/>
        <p:txBody>
          <a:bodyPr/>
          <a:lstStyle/>
          <a:p>
            <a:fld id="{511E72FE-814A-43D7-AA66-638DB960BCF9}"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268930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AC2FD13-3B5C-446D-A419-464A76FA3FE6}" type="datetime1">
              <a:rPr lang="en-US" smtClean="0"/>
              <a:t>10/27/2026</a:t>
            </a:fld>
            <a:endParaRPr lang="en-US"/>
          </a:p>
        </p:txBody>
      </p:sp>
      <p:sp>
        <p:nvSpPr>
          <p:cNvPr id="8" name="Footer Placeholder 7"/>
          <p:cNvSpPr>
            <a:spLocks noGrp="1"/>
          </p:cNvSpPr>
          <p:nvPr>
            <p:ph type="ftr" sz="quarter" idx="11"/>
          </p:nvPr>
        </p:nvSpPr>
        <p:spPr/>
        <p:txBody>
          <a:bodyPr/>
          <a:lstStyle/>
          <a:p>
            <a:r>
              <a:rPr lang="en-US"/>
              <a:t>Page:</a:t>
            </a:r>
          </a:p>
        </p:txBody>
      </p:sp>
      <p:sp>
        <p:nvSpPr>
          <p:cNvPr id="9" name="Slide Number Placeholder 8"/>
          <p:cNvSpPr>
            <a:spLocks noGrp="1"/>
          </p:cNvSpPr>
          <p:nvPr>
            <p:ph type="sldNum" sz="quarter" idx="12"/>
          </p:nvPr>
        </p:nvSpPr>
        <p:spPr/>
        <p:txBody>
          <a:bodyPr/>
          <a:lstStyle/>
          <a:p>
            <a:fld id="{511E72FE-814A-43D7-AA66-638DB960BCF9}"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000141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BF88F09-AA3C-4A6B-8A7E-AB02B18581E9}" type="datetime1">
              <a:rPr lang="en-US" smtClean="0"/>
              <a:t>10/27/2026</a:t>
            </a:fld>
            <a:endParaRPr lang="en-US"/>
          </a:p>
        </p:txBody>
      </p:sp>
      <p:sp>
        <p:nvSpPr>
          <p:cNvPr id="4" name="Footer Placeholder 3"/>
          <p:cNvSpPr>
            <a:spLocks noGrp="1"/>
          </p:cNvSpPr>
          <p:nvPr>
            <p:ph type="ftr" sz="quarter" idx="11"/>
          </p:nvPr>
        </p:nvSpPr>
        <p:spPr/>
        <p:txBody>
          <a:bodyPr/>
          <a:lstStyle/>
          <a:p>
            <a:r>
              <a:rPr lang="en-US"/>
              <a:t>Page:</a:t>
            </a:r>
          </a:p>
        </p:txBody>
      </p:sp>
      <p:sp>
        <p:nvSpPr>
          <p:cNvPr id="5" name="Slide Number Placeholder 4"/>
          <p:cNvSpPr>
            <a:spLocks noGrp="1"/>
          </p:cNvSpPr>
          <p:nvPr>
            <p:ph type="sldNum" sz="quarter" idx="12"/>
          </p:nvPr>
        </p:nvSpPr>
        <p:spPr/>
        <p:txBody>
          <a:bodyPr/>
          <a:lstStyle/>
          <a:p>
            <a:fld id="{511E72FE-814A-43D7-AA66-638DB960BCF9}"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8803444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005162-9A37-446C-915E-6F5142BCE127}" type="datetime1">
              <a:rPr lang="en-US" smtClean="0"/>
              <a:t>10/27/2026</a:t>
            </a:fld>
            <a:endParaRPr lang="en-US"/>
          </a:p>
        </p:txBody>
      </p:sp>
      <p:sp>
        <p:nvSpPr>
          <p:cNvPr id="3" name="Footer Placeholder 2"/>
          <p:cNvSpPr>
            <a:spLocks noGrp="1"/>
          </p:cNvSpPr>
          <p:nvPr>
            <p:ph type="ftr" sz="quarter" idx="11"/>
          </p:nvPr>
        </p:nvSpPr>
        <p:spPr/>
        <p:txBody>
          <a:bodyPr/>
          <a:lstStyle/>
          <a:p>
            <a:r>
              <a:rPr lang="en-US"/>
              <a:t>Page:</a:t>
            </a:r>
          </a:p>
        </p:txBody>
      </p:sp>
      <p:sp>
        <p:nvSpPr>
          <p:cNvPr id="4" name="Slide Number Placeholder 3"/>
          <p:cNvSpPr>
            <a:spLocks noGrp="1"/>
          </p:cNvSpPr>
          <p:nvPr>
            <p:ph type="sldNum" sz="quarter" idx="12"/>
          </p:nvPr>
        </p:nvSpPr>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250164059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4717064-4B6A-42C7-93A2-E23EBE7B4CA0}" type="datetime1">
              <a:rPr lang="en-US" smtClean="0"/>
              <a:t>10/27/2026</a:t>
            </a:fld>
            <a:endParaRPr lang="en-US"/>
          </a:p>
        </p:txBody>
      </p:sp>
      <p:sp>
        <p:nvSpPr>
          <p:cNvPr id="6" name="Footer Placeholder 5"/>
          <p:cNvSpPr>
            <a:spLocks noGrp="1"/>
          </p:cNvSpPr>
          <p:nvPr>
            <p:ph type="ftr" sz="quarter" idx="11"/>
          </p:nvPr>
        </p:nvSpPr>
        <p:spPr/>
        <p:txBody>
          <a:bodyPr/>
          <a:lstStyle/>
          <a:p>
            <a:r>
              <a:rPr lang="en-US"/>
              <a:t>Page:</a:t>
            </a:r>
          </a:p>
        </p:txBody>
      </p:sp>
      <p:sp>
        <p:nvSpPr>
          <p:cNvPr id="7" name="Slide Number Placeholder 6"/>
          <p:cNvSpPr>
            <a:spLocks noGrp="1"/>
          </p:cNvSpPr>
          <p:nvPr>
            <p:ph type="sldNum" sz="quarter" idx="12"/>
          </p:nvPr>
        </p:nvSpPr>
        <p:spPr/>
        <p:txBody>
          <a:bodyPr/>
          <a:lstStyle/>
          <a:p>
            <a:fld id="{511E72FE-814A-43D7-AA66-638DB960BCF9}"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945275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5EACD7A-7CAC-416D-B3F4-9D06D695C5B1}" type="datetime1">
              <a:rPr lang="en-US" smtClean="0"/>
              <a:t>10/27/2026</a:t>
            </a:fld>
            <a:endParaRPr lang="en-US"/>
          </a:p>
        </p:txBody>
      </p:sp>
      <p:sp>
        <p:nvSpPr>
          <p:cNvPr id="6" name="Footer Placeholder 5"/>
          <p:cNvSpPr>
            <a:spLocks noGrp="1"/>
          </p:cNvSpPr>
          <p:nvPr>
            <p:ph type="ftr" sz="quarter" idx="11"/>
          </p:nvPr>
        </p:nvSpPr>
        <p:spPr>
          <a:xfrm>
            <a:off x="1447382" y="318640"/>
            <a:ext cx="5541004" cy="320931"/>
          </a:xfrm>
        </p:spPr>
        <p:txBody>
          <a:bodyPr/>
          <a:lstStyle/>
          <a:p>
            <a:r>
              <a:rPr lang="en-US"/>
              <a:t>Page:</a:t>
            </a:r>
          </a:p>
        </p:txBody>
      </p:sp>
      <p:sp>
        <p:nvSpPr>
          <p:cNvPr id="7" name="Slide Number Placeholder 6"/>
          <p:cNvSpPr>
            <a:spLocks noGrp="1"/>
          </p:cNvSpPr>
          <p:nvPr>
            <p:ph type="sldNum" sz="quarter" idx="12"/>
          </p:nvPr>
        </p:nvSpPr>
        <p:spPr/>
        <p:txBody>
          <a:bodyPr/>
          <a:lstStyle/>
          <a:p>
            <a:fld id="{511E72FE-814A-43D7-AA66-638DB960BCF9}"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0995385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091BBA-20FD-42E6-9901-BCDCCCFABCB6}" type="datetime1">
              <a:rPr lang="en-US" smtClean="0"/>
              <a:t>10/27/2026</a:t>
            </a:fld>
            <a:endParaRPr lang="en-US"/>
          </a:p>
        </p:txBody>
      </p:sp>
      <p:sp>
        <p:nvSpPr>
          <p:cNvPr id="5" name="Footer Placeholder 4"/>
          <p:cNvSpPr>
            <a:spLocks noGrp="1"/>
          </p:cNvSpPr>
          <p:nvPr>
            <p:ph type="ftr" sz="quarter" idx="11"/>
          </p:nvPr>
        </p:nvSpPr>
        <p:spPr/>
        <p:txBody>
          <a:bodyPr/>
          <a:lstStyle/>
          <a:p>
            <a:r>
              <a:rPr lang="en-US"/>
              <a:t>Page:</a:t>
            </a:r>
          </a:p>
        </p:txBody>
      </p:sp>
      <p:sp>
        <p:nvSpPr>
          <p:cNvPr id="6" name="Slide Number Placeholder 5"/>
          <p:cNvSpPr>
            <a:spLocks noGrp="1"/>
          </p:cNvSpPr>
          <p:nvPr>
            <p:ph type="sldNum" sz="quarter" idx="12"/>
          </p:nvPr>
        </p:nvSpPr>
        <p:spPr/>
        <p:txBody>
          <a:bodyPr/>
          <a:lstStyle/>
          <a:p>
            <a:fld id="{511E72FE-814A-43D7-AA66-638DB960BCF9}"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9493711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8D04C6-33EA-4293-A23C-AD326E5B271A}" type="datetime1">
              <a:rPr lang="en-US" smtClean="0"/>
              <a:t>10/27/2026</a:t>
            </a:fld>
            <a:endParaRPr lang="en-US"/>
          </a:p>
        </p:txBody>
      </p:sp>
      <p:sp>
        <p:nvSpPr>
          <p:cNvPr id="5" name="Footer Placeholder 4"/>
          <p:cNvSpPr>
            <a:spLocks noGrp="1"/>
          </p:cNvSpPr>
          <p:nvPr>
            <p:ph type="ftr" sz="quarter" idx="11"/>
          </p:nvPr>
        </p:nvSpPr>
        <p:spPr/>
        <p:txBody>
          <a:bodyPr/>
          <a:lstStyle/>
          <a:p>
            <a:r>
              <a:rPr lang="en-US"/>
              <a:t>Page:</a:t>
            </a:r>
          </a:p>
        </p:txBody>
      </p:sp>
      <p:sp>
        <p:nvSpPr>
          <p:cNvPr id="6" name="Slide Number Placeholder 5"/>
          <p:cNvSpPr>
            <a:spLocks noGrp="1"/>
          </p:cNvSpPr>
          <p:nvPr>
            <p:ph type="sldNum" sz="quarter" idx="12"/>
          </p:nvPr>
        </p:nvSpPr>
        <p:spPr/>
        <p:txBody>
          <a:bodyPr/>
          <a:lstStyle/>
          <a:p>
            <a:fld id="{511E72FE-814A-43D7-AA66-638DB960BCF9}"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369375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FFB851B-C94F-4198-B2CF-806428D3DCB9}" type="datetime1">
              <a:rPr lang="en-US" smtClean="0"/>
              <a:t>10/27/2026</a:t>
            </a:fld>
            <a:endParaRPr lang="en-US"/>
          </a:p>
        </p:txBody>
      </p:sp>
      <p:sp>
        <p:nvSpPr>
          <p:cNvPr id="5" name="Footer Placeholder 4"/>
          <p:cNvSpPr>
            <a:spLocks noGrp="1"/>
          </p:cNvSpPr>
          <p:nvPr>
            <p:ph type="ftr" sz="quarter" idx="11"/>
          </p:nvPr>
        </p:nvSpPr>
        <p:spPr/>
        <p:txBody>
          <a:bodyPr/>
          <a:lstStyle/>
          <a:p>
            <a:r>
              <a:rPr lang="en-US"/>
              <a:t>Page:</a:t>
            </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15193492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A20747-7D6D-4531-A9A7-727C856EAC90}" type="datetime1">
              <a:rPr lang="en-US" smtClean="0"/>
              <a:t>10/27/2026</a:t>
            </a:fld>
            <a:endParaRPr lang="en-US"/>
          </a:p>
        </p:txBody>
      </p:sp>
      <p:sp>
        <p:nvSpPr>
          <p:cNvPr id="5" name="Footer Placeholder 4"/>
          <p:cNvSpPr>
            <a:spLocks noGrp="1"/>
          </p:cNvSpPr>
          <p:nvPr>
            <p:ph type="ftr" sz="quarter" idx="11"/>
          </p:nvPr>
        </p:nvSpPr>
        <p:spPr/>
        <p:txBody>
          <a:bodyPr/>
          <a:lstStyle/>
          <a:p>
            <a:r>
              <a:rPr lang="en-US"/>
              <a:t>Page:</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9704896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105D89-BA3E-488A-91D3-2CFD9814B847}" type="datetime1">
              <a:rPr lang="en-US" smtClean="0"/>
              <a:t>10/27/2026</a:t>
            </a:fld>
            <a:endParaRPr lang="en-US"/>
          </a:p>
        </p:txBody>
      </p:sp>
      <p:sp>
        <p:nvSpPr>
          <p:cNvPr id="5" name="Footer Placeholder 4"/>
          <p:cNvSpPr>
            <a:spLocks noGrp="1"/>
          </p:cNvSpPr>
          <p:nvPr>
            <p:ph type="ftr" sz="quarter" idx="11"/>
          </p:nvPr>
        </p:nvSpPr>
        <p:spPr/>
        <p:txBody>
          <a:bodyPr/>
          <a:lstStyle/>
          <a:p>
            <a:r>
              <a:rPr lang="en-US"/>
              <a:t>Page:</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22253234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B44387B-91CD-4A37-AA8E-CA10897B81D0}" type="datetime1">
              <a:rPr lang="en-US" smtClean="0"/>
              <a:t>10/27/2026</a:t>
            </a:fld>
            <a:endParaRPr lang="en-US"/>
          </a:p>
        </p:txBody>
      </p:sp>
      <p:sp>
        <p:nvSpPr>
          <p:cNvPr id="6" name="Footer Placeholder 5"/>
          <p:cNvSpPr>
            <a:spLocks noGrp="1"/>
          </p:cNvSpPr>
          <p:nvPr>
            <p:ph type="ftr" sz="quarter" idx="11"/>
          </p:nvPr>
        </p:nvSpPr>
        <p:spPr/>
        <p:txBody>
          <a:bodyPr/>
          <a:lstStyle/>
          <a:p>
            <a:r>
              <a:rPr lang="en-US"/>
              <a:t>Page:</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33308836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5958B4E-856F-4A7B-9CD9-1C4DEF9B89CC}" type="datetime1">
              <a:rPr lang="en-US" smtClean="0"/>
              <a:t>10/27/2026</a:t>
            </a:fld>
            <a:endParaRPr lang="en-US"/>
          </a:p>
        </p:txBody>
      </p:sp>
      <p:sp>
        <p:nvSpPr>
          <p:cNvPr id="8" name="Footer Placeholder 7"/>
          <p:cNvSpPr>
            <a:spLocks noGrp="1"/>
          </p:cNvSpPr>
          <p:nvPr>
            <p:ph type="ftr" sz="quarter" idx="11"/>
          </p:nvPr>
        </p:nvSpPr>
        <p:spPr/>
        <p:txBody>
          <a:bodyPr/>
          <a:lstStyle/>
          <a:p>
            <a:r>
              <a:rPr lang="en-US"/>
              <a:t>Page:</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27370989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30A57ED-48D9-4086-AB21-100E1ED4D5C3}" type="datetime1">
              <a:rPr lang="en-US" smtClean="0"/>
              <a:t>10/27/2026</a:t>
            </a:fld>
            <a:endParaRPr lang="en-US"/>
          </a:p>
        </p:txBody>
      </p:sp>
      <p:sp>
        <p:nvSpPr>
          <p:cNvPr id="4" name="Footer Placeholder 3"/>
          <p:cNvSpPr>
            <a:spLocks noGrp="1"/>
          </p:cNvSpPr>
          <p:nvPr>
            <p:ph type="ftr" sz="quarter" idx="11"/>
          </p:nvPr>
        </p:nvSpPr>
        <p:spPr/>
        <p:txBody>
          <a:bodyPr/>
          <a:lstStyle/>
          <a:p>
            <a:r>
              <a:rPr lang="en-US"/>
              <a:t>Page:</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28346642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A03C87-B861-44BB-A3A7-F7A6EF183CF1}" type="datetime1">
              <a:rPr lang="en-US" smtClean="0"/>
              <a:t>10/27/2026</a:t>
            </a:fld>
            <a:endParaRPr lang="en-US"/>
          </a:p>
        </p:txBody>
      </p:sp>
      <p:sp>
        <p:nvSpPr>
          <p:cNvPr id="3" name="Footer Placeholder 2"/>
          <p:cNvSpPr>
            <a:spLocks noGrp="1"/>
          </p:cNvSpPr>
          <p:nvPr>
            <p:ph type="ftr" sz="quarter" idx="11"/>
          </p:nvPr>
        </p:nvSpPr>
        <p:spPr/>
        <p:txBody>
          <a:bodyPr/>
          <a:lstStyle/>
          <a:p>
            <a:r>
              <a:rPr lang="en-US"/>
              <a:t>Page:</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29843456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7076C5-CCF5-4A87-94E8-7740CB5CA62C}" type="datetime1">
              <a:rPr lang="en-US" smtClean="0"/>
              <a:t>10/27/2026</a:t>
            </a:fld>
            <a:endParaRPr lang="en-US"/>
          </a:p>
        </p:txBody>
      </p:sp>
      <p:sp>
        <p:nvSpPr>
          <p:cNvPr id="6" name="Footer Placeholder 5"/>
          <p:cNvSpPr>
            <a:spLocks noGrp="1"/>
          </p:cNvSpPr>
          <p:nvPr>
            <p:ph type="ftr" sz="quarter" idx="11"/>
          </p:nvPr>
        </p:nvSpPr>
        <p:spPr/>
        <p:txBody>
          <a:bodyPr/>
          <a:lstStyle/>
          <a:p>
            <a:r>
              <a:rPr lang="en-US"/>
              <a:t>Page:</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253571055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F174AE-A10A-47FB-BF08-598702B5ED25}" type="datetime1">
              <a:rPr lang="en-US" smtClean="0"/>
              <a:t>10/27/2026</a:t>
            </a:fld>
            <a:endParaRPr lang="en-US"/>
          </a:p>
        </p:txBody>
      </p:sp>
      <p:sp>
        <p:nvSpPr>
          <p:cNvPr id="6" name="Footer Placeholder 5"/>
          <p:cNvSpPr>
            <a:spLocks noGrp="1"/>
          </p:cNvSpPr>
          <p:nvPr>
            <p:ph type="ftr" sz="quarter" idx="11"/>
          </p:nvPr>
        </p:nvSpPr>
        <p:spPr/>
        <p:txBody>
          <a:bodyPr/>
          <a:lstStyle/>
          <a:p>
            <a:r>
              <a:rPr lang="en-US"/>
              <a:t>Page:</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41646367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7DBB7F-D7C2-4D71-A596-4C89E4B88EE3}" type="datetime1">
              <a:rPr lang="en-US" smtClean="0"/>
              <a:t>10/27/2026</a:t>
            </a:fld>
            <a:endParaRPr lang="en-US"/>
          </a:p>
        </p:txBody>
      </p:sp>
      <p:sp>
        <p:nvSpPr>
          <p:cNvPr id="5" name="Footer Placeholder 4"/>
          <p:cNvSpPr>
            <a:spLocks noGrp="1"/>
          </p:cNvSpPr>
          <p:nvPr>
            <p:ph type="ftr" sz="quarter" idx="11"/>
          </p:nvPr>
        </p:nvSpPr>
        <p:spPr/>
        <p:txBody>
          <a:bodyPr/>
          <a:lstStyle/>
          <a:p>
            <a:r>
              <a:rPr lang="en-US"/>
              <a:t>Page:</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409939593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26E496-E096-4656-A0FB-0DF354308DBE}" type="datetime1">
              <a:rPr lang="en-US" smtClean="0"/>
              <a:t>10/27/2026</a:t>
            </a:fld>
            <a:endParaRPr lang="en-US"/>
          </a:p>
        </p:txBody>
      </p:sp>
      <p:sp>
        <p:nvSpPr>
          <p:cNvPr id="5" name="Footer Placeholder 4"/>
          <p:cNvSpPr>
            <a:spLocks noGrp="1"/>
          </p:cNvSpPr>
          <p:nvPr>
            <p:ph type="ftr" sz="quarter" idx="11"/>
          </p:nvPr>
        </p:nvSpPr>
        <p:spPr/>
        <p:txBody>
          <a:bodyPr/>
          <a:lstStyle/>
          <a:p>
            <a:r>
              <a:rPr lang="en-US"/>
              <a:t>Page:</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11E72FE-814A-43D7-AA66-638DB960BCF9}"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333825832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E8E71F1-CFF1-42C0-B140-20D153CF0332}" type="datetime1">
              <a:rPr lang="en-US" smtClean="0"/>
              <a:t>10/27/2026</a:t>
            </a:fld>
            <a:endParaRPr lang="en-US"/>
          </a:p>
        </p:txBody>
      </p:sp>
      <p:sp>
        <p:nvSpPr>
          <p:cNvPr id="6" name="Footer Placeholder 5"/>
          <p:cNvSpPr>
            <a:spLocks noGrp="1"/>
          </p:cNvSpPr>
          <p:nvPr>
            <p:ph type="ftr" sz="quarter" idx="11"/>
          </p:nvPr>
        </p:nvSpPr>
        <p:spPr/>
        <p:txBody>
          <a:bodyPr/>
          <a:lstStyle/>
          <a:p>
            <a:r>
              <a:rPr lang="en-US"/>
              <a:t>Page:</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311076224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6BB6DAA-169E-4551-A3E3-AA563B6886E2}" type="datetime1">
              <a:rPr lang="en-US" smtClean="0"/>
              <a:t>10/27/2026</a:t>
            </a:fld>
            <a:endParaRPr lang="en-US"/>
          </a:p>
        </p:txBody>
      </p:sp>
      <p:sp>
        <p:nvSpPr>
          <p:cNvPr id="6" name="Footer Placeholder 5"/>
          <p:cNvSpPr>
            <a:spLocks noGrp="1"/>
          </p:cNvSpPr>
          <p:nvPr>
            <p:ph type="ftr" sz="quarter" idx="11"/>
          </p:nvPr>
        </p:nvSpPr>
        <p:spPr/>
        <p:txBody>
          <a:bodyPr/>
          <a:lstStyle/>
          <a:p>
            <a:r>
              <a:rPr lang="en-US"/>
              <a:t>Page:</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11E72FE-814A-43D7-AA66-638DB960BCF9}"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204809557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E463223-A30E-465F-BF0D-6A105FE3038E}" type="datetime1">
              <a:rPr lang="en-US" smtClean="0"/>
              <a:t>10/27/2026</a:t>
            </a:fld>
            <a:endParaRPr lang="en-US"/>
          </a:p>
        </p:txBody>
      </p:sp>
      <p:sp>
        <p:nvSpPr>
          <p:cNvPr id="6" name="Footer Placeholder 5"/>
          <p:cNvSpPr>
            <a:spLocks noGrp="1"/>
          </p:cNvSpPr>
          <p:nvPr>
            <p:ph type="ftr" sz="quarter" idx="11"/>
          </p:nvPr>
        </p:nvSpPr>
        <p:spPr/>
        <p:txBody>
          <a:bodyPr/>
          <a:lstStyle/>
          <a:p>
            <a:r>
              <a:rPr lang="en-US"/>
              <a:t>Page:</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372115076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F04EE2-1AB1-4988-AF66-2A9B310C8F7B}" type="datetime1">
              <a:rPr lang="en-US" smtClean="0"/>
              <a:t>10/27/2026</a:t>
            </a:fld>
            <a:endParaRPr lang="en-US"/>
          </a:p>
        </p:txBody>
      </p:sp>
      <p:sp>
        <p:nvSpPr>
          <p:cNvPr id="5" name="Footer Placeholder 4"/>
          <p:cNvSpPr>
            <a:spLocks noGrp="1"/>
          </p:cNvSpPr>
          <p:nvPr>
            <p:ph type="ftr" sz="quarter" idx="11"/>
          </p:nvPr>
        </p:nvSpPr>
        <p:spPr/>
        <p:txBody>
          <a:bodyPr/>
          <a:lstStyle/>
          <a:p>
            <a:r>
              <a:rPr lang="en-US"/>
              <a:t>Page:</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37196079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1C8C2E-E0D7-406F-9F53-D32DBE64BF50}" type="datetime1">
              <a:rPr lang="en-US" smtClean="0"/>
              <a:t>10/27/2026</a:t>
            </a:fld>
            <a:endParaRPr lang="en-US"/>
          </a:p>
        </p:txBody>
      </p:sp>
      <p:sp>
        <p:nvSpPr>
          <p:cNvPr id="5" name="Footer Placeholder 4"/>
          <p:cNvSpPr>
            <a:spLocks noGrp="1"/>
          </p:cNvSpPr>
          <p:nvPr>
            <p:ph type="ftr" sz="quarter" idx="11"/>
          </p:nvPr>
        </p:nvSpPr>
        <p:spPr/>
        <p:txBody>
          <a:bodyPr/>
          <a:lstStyle/>
          <a:p>
            <a:r>
              <a:rPr lang="en-US"/>
              <a:t>Page:</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11E72FE-814A-43D7-AA66-638DB960BCF9}" type="slidenum">
              <a:rPr lang="en-US" smtClean="0"/>
              <a:t>‹#›</a:t>
            </a:fld>
            <a:endParaRPr lang="en-US"/>
          </a:p>
        </p:txBody>
      </p:sp>
    </p:spTree>
    <p:extLst>
      <p:ext uri="{BB962C8B-B14F-4D97-AF65-F5344CB8AC3E}">
        <p14:creationId xmlns:p14="http://schemas.microsoft.com/office/powerpoint/2010/main" val="1285198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jpe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theme" Target="../theme/theme5.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883B10-06C4-0147-C27F-4B24E8ABEF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CCB9D0-69D1-103A-0938-ABA3CE0AF7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0BC2BF-A5CE-6EF9-5910-F66D1CA433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20D10EB-D1BD-442B-8588-6D7C0CD44BFE}" type="datetime1">
              <a:rPr lang="en-US" smtClean="0"/>
              <a:t>10/27/2026</a:t>
            </a:fld>
            <a:endParaRPr lang="en-US"/>
          </a:p>
        </p:txBody>
      </p:sp>
      <p:sp>
        <p:nvSpPr>
          <p:cNvPr id="5" name="Footer Placeholder 4">
            <a:extLst>
              <a:ext uri="{FF2B5EF4-FFF2-40B4-BE49-F238E27FC236}">
                <a16:creationId xmlns:a16="http://schemas.microsoft.com/office/drawing/2014/main" id="{78F74771-0C84-A6A0-B819-F8BAB8CB8E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Page:</a:t>
            </a:r>
          </a:p>
        </p:txBody>
      </p:sp>
      <p:sp>
        <p:nvSpPr>
          <p:cNvPr id="6" name="Slide Number Placeholder 5">
            <a:extLst>
              <a:ext uri="{FF2B5EF4-FFF2-40B4-BE49-F238E27FC236}">
                <a16:creationId xmlns:a16="http://schemas.microsoft.com/office/drawing/2014/main" id="{6EC254B8-FE5C-44AB-B6A3-C3EA443162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1E72FE-814A-43D7-AA66-638DB960BCF9}" type="slidenum">
              <a:rPr lang="en-US" smtClean="0"/>
              <a:t>‹#›</a:t>
            </a:fld>
            <a:endParaRPr lang="en-US"/>
          </a:p>
        </p:txBody>
      </p:sp>
    </p:spTree>
    <p:extLst>
      <p:ext uri="{BB962C8B-B14F-4D97-AF65-F5344CB8AC3E}">
        <p14:creationId xmlns:p14="http://schemas.microsoft.com/office/powerpoint/2010/main" val="24616644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5DD93E-3EE4-69D8-4855-B75D6D2650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342FAD-E9C1-D5D2-E4AD-1B7EE19635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2174FD-B1FA-B786-CBD8-6FEF47E738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EBDDDA-DEEE-490A-BA5F-464B76EBA8E2}" type="datetime1">
              <a:rPr lang="en-US" smtClean="0"/>
              <a:t>10/27/2026</a:t>
            </a:fld>
            <a:endParaRPr lang="en-US"/>
          </a:p>
        </p:txBody>
      </p:sp>
      <p:sp>
        <p:nvSpPr>
          <p:cNvPr id="5" name="Footer Placeholder 4">
            <a:extLst>
              <a:ext uri="{FF2B5EF4-FFF2-40B4-BE49-F238E27FC236}">
                <a16:creationId xmlns:a16="http://schemas.microsoft.com/office/drawing/2014/main" id="{C8EDA7E9-A08F-074C-8C77-A3A8415DBA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Page:</a:t>
            </a:r>
          </a:p>
        </p:txBody>
      </p:sp>
      <p:sp>
        <p:nvSpPr>
          <p:cNvPr id="6" name="Slide Number Placeholder 5">
            <a:extLst>
              <a:ext uri="{FF2B5EF4-FFF2-40B4-BE49-F238E27FC236}">
                <a16:creationId xmlns:a16="http://schemas.microsoft.com/office/drawing/2014/main" id="{A1D46E94-7DF9-13F0-6BB7-AAAC00001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5F730E-E9F5-497F-A1DD-7D5DAA41F83C}" type="slidenum">
              <a:rPr lang="en-US" smtClean="0"/>
              <a:t>‹#›</a:t>
            </a:fld>
            <a:endParaRPr lang="en-US"/>
          </a:p>
        </p:txBody>
      </p:sp>
    </p:spTree>
    <p:extLst>
      <p:ext uri="{BB962C8B-B14F-4D97-AF65-F5344CB8AC3E}">
        <p14:creationId xmlns:p14="http://schemas.microsoft.com/office/powerpoint/2010/main" val="3277801718"/>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8FE95C-33F1-E03E-020C-C06E1750B3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A35275-DA4B-6E79-761B-9E38395ACA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461B59-4D7B-7B63-DD85-3B353872E1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716722-43BF-4339-8ABF-6730098BFDF9}" type="datetime1">
              <a:rPr lang="en-US" smtClean="0"/>
              <a:t>10/27/2026</a:t>
            </a:fld>
            <a:endParaRPr lang="en-US"/>
          </a:p>
        </p:txBody>
      </p:sp>
      <p:sp>
        <p:nvSpPr>
          <p:cNvPr id="5" name="Footer Placeholder 4">
            <a:extLst>
              <a:ext uri="{FF2B5EF4-FFF2-40B4-BE49-F238E27FC236}">
                <a16:creationId xmlns:a16="http://schemas.microsoft.com/office/drawing/2014/main" id="{CAC8462F-5876-EB4F-68F2-5F6729E127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Page:</a:t>
            </a:r>
          </a:p>
        </p:txBody>
      </p:sp>
      <p:sp>
        <p:nvSpPr>
          <p:cNvPr id="6" name="Slide Number Placeholder 5">
            <a:extLst>
              <a:ext uri="{FF2B5EF4-FFF2-40B4-BE49-F238E27FC236}">
                <a16:creationId xmlns:a16="http://schemas.microsoft.com/office/drawing/2014/main" id="{0FC9EDF9-4520-CF42-91C0-6158C63AAF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3CE4925-7DAD-43D3-B586-81B6A0E75D59}" type="slidenum">
              <a:rPr lang="en-US" smtClean="0"/>
              <a:t>‹#›</a:t>
            </a:fld>
            <a:endParaRPr lang="en-US"/>
          </a:p>
        </p:txBody>
      </p:sp>
    </p:spTree>
    <p:extLst>
      <p:ext uri="{BB962C8B-B14F-4D97-AF65-F5344CB8AC3E}">
        <p14:creationId xmlns:p14="http://schemas.microsoft.com/office/powerpoint/2010/main" val="2713745353"/>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6767315-EA69-4E4E-A845-E2D0174BE4AE}" type="datetime1">
              <a:rPr lang="en-US" smtClean="0"/>
              <a:t>10/27/2026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Page:</a:t>
            </a:r>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11E72FE-814A-43D7-AA66-638DB960BCF9}"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1999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7CF67AF-58E7-461A-9F9D-A2D9D58C8933}" type="datetime1">
              <a:rPr lang="en-US" smtClean="0"/>
              <a:t>10/27/2026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Page:</a:t>
            </a: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11E72FE-814A-43D7-AA66-638DB960BCF9}" type="slidenum">
              <a:rPr lang="en-US" smtClean="0"/>
              <a:t>‹#›</a:t>
            </a:fld>
            <a:endParaRPr lang="en-US"/>
          </a:p>
        </p:txBody>
      </p:sp>
    </p:spTree>
    <p:extLst>
      <p:ext uri="{BB962C8B-B14F-4D97-AF65-F5344CB8AC3E}">
        <p14:creationId xmlns:p14="http://schemas.microsoft.com/office/powerpoint/2010/main" val="48986717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4.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4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jpeg"/><Relationship Id="rId2" Type="http://schemas.openxmlformats.org/officeDocument/2006/relationships/image" Target="../media/image25.JPG"/><Relationship Id="rId1" Type="http://schemas.openxmlformats.org/officeDocument/2006/relationships/slideLayout" Target="../slideLayouts/slideLayout46.xml"/><Relationship Id="rId6" Type="http://schemas.openxmlformats.org/officeDocument/2006/relationships/image" Target="../media/image30.jpeg"/><Relationship Id="rId5" Type="http://schemas.openxmlformats.org/officeDocument/2006/relationships/image" Target="../media/image29.JPG"/><Relationship Id="rId4" Type="http://schemas.openxmlformats.org/officeDocument/2006/relationships/image" Target="../media/image28.jpeg"/></Relationships>
</file>

<file path=ppt/slides/_rels/slide19.xml.rels><?xml version="1.0" encoding="UTF-8" standalone="yes"?>
<Relationships xmlns="http://schemas.openxmlformats.org/package/2006/relationships"><Relationship Id="rId2" Type="http://schemas.openxmlformats.org/officeDocument/2006/relationships/hyperlink" Target="https://meetingorganizer.copernicus.org/EGU26/EGU26-6055.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8BC63-FABA-F4E4-526A-C7D7728753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DA7FB5-5150-E0AB-899D-F61466246388}"/>
              </a:ext>
            </a:extLst>
          </p:cNvPr>
          <p:cNvSpPr>
            <a:spLocks noGrp="1"/>
          </p:cNvSpPr>
          <p:nvPr>
            <p:ph type="title"/>
          </p:nvPr>
        </p:nvSpPr>
        <p:spPr>
          <a:xfrm>
            <a:off x="682486" y="332096"/>
            <a:ext cx="10515600" cy="1325563"/>
          </a:xfrm>
        </p:spPr>
        <p:txBody>
          <a:bodyPr>
            <a:normAutofit fontScale="90000"/>
          </a:bodyPr>
          <a:lstStyle/>
          <a:p>
            <a:pPr algn="ctr">
              <a:lnSpc>
                <a:spcPct val="100000"/>
              </a:lnSpc>
            </a:pPr>
            <a:r>
              <a:rPr lang="en-US" b="1" cap="none" dirty="0"/>
              <a:t>Testing vertical influences on </a:t>
            </a:r>
            <a:br>
              <a:rPr lang="en-US" b="1" cap="none" dirty="0"/>
            </a:br>
            <a:r>
              <a:rPr lang="en-US" b="1" cap="none" dirty="0"/>
              <a:t>greenhouse gas fluxes (CO</a:t>
            </a:r>
            <a:r>
              <a:rPr lang="en-US" b="1" cap="none" baseline="-25000" dirty="0"/>
              <a:t>2</a:t>
            </a:r>
            <a:r>
              <a:rPr lang="en-US" b="1" cap="none" dirty="0"/>
              <a:t>, CH</a:t>
            </a:r>
            <a:r>
              <a:rPr lang="en-US" b="1" cap="none" baseline="-25000" dirty="0"/>
              <a:t>4</a:t>
            </a:r>
            <a:r>
              <a:rPr lang="en-US" b="1" cap="none" dirty="0"/>
              <a:t> and N</a:t>
            </a:r>
            <a:r>
              <a:rPr lang="en-US" b="1" cap="none" baseline="-25000" dirty="0"/>
              <a:t>2</a:t>
            </a:r>
            <a:r>
              <a:rPr lang="en-US" b="1" cap="none" dirty="0"/>
              <a:t>O) </a:t>
            </a:r>
            <a:br>
              <a:rPr lang="en-US" b="1" cap="none" dirty="0"/>
            </a:br>
            <a:r>
              <a:rPr lang="en-US" b="1" cap="none" dirty="0"/>
              <a:t>along tropical tree stems</a:t>
            </a:r>
            <a:endParaRPr lang="en-US" cap="none" dirty="0"/>
          </a:p>
        </p:txBody>
      </p:sp>
      <p:sp>
        <p:nvSpPr>
          <p:cNvPr id="3" name="Content Placeholder 2">
            <a:extLst>
              <a:ext uri="{FF2B5EF4-FFF2-40B4-BE49-F238E27FC236}">
                <a16:creationId xmlns:a16="http://schemas.microsoft.com/office/drawing/2014/main" id="{4A7857DE-F845-B431-D51D-42E62419DCB3}"/>
              </a:ext>
            </a:extLst>
          </p:cNvPr>
          <p:cNvSpPr>
            <a:spLocks noGrp="1"/>
          </p:cNvSpPr>
          <p:nvPr>
            <p:ph idx="1"/>
          </p:nvPr>
        </p:nvSpPr>
        <p:spPr>
          <a:xfrm>
            <a:off x="639417" y="2035381"/>
            <a:ext cx="11287125" cy="3025776"/>
          </a:xfrm>
        </p:spPr>
        <p:txBody>
          <a:bodyPr>
            <a:normAutofit fontScale="85000" lnSpcReduction="20000"/>
          </a:bodyPr>
          <a:lstStyle/>
          <a:p>
            <a:endParaRPr lang="en-US" dirty="0"/>
          </a:p>
          <a:p>
            <a:endParaRPr lang="en-US" dirty="0"/>
          </a:p>
          <a:p>
            <a:pPr marL="0" indent="0">
              <a:buNone/>
            </a:pPr>
            <a:r>
              <a:rPr lang="en-US" sz="2100" dirty="0">
                <a:latin typeface="Times New Roman" panose="02020603050405020304" pitchFamily="18" charset="0"/>
                <a:cs typeface="Times New Roman" panose="02020603050405020304" pitchFamily="18" charset="0"/>
              </a:rPr>
              <a:t>Kabi Raj Khatiwada</a:t>
            </a:r>
            <a:r>
              <a:rPr lang="en-US" sz="2100" baseline="30000" dirty="0">
                <a:latin typeface="Times New Roman" panose="02020603050405020304" pitchFamily="18" charset="0"/>
                <a:cs typeface="Times New Roman" panose="02020603050405020304" pitchFamily="18" charset="0"/>
              </a:rPr>
              <a:t>1</a:t>
            </a:r>
            <a:r>
              <a:rPr lang="en-US" sz="2100" dirty="0">
                <a:latin typeface="Times New Roman" panose="02020603050405020304" pitchFamily="18" charset="0"/>
                <a:cs typeface="Times New Roman" panose="02020603050405020304" pitchFamily="18" charset="0"/>
              </a:rPr>
              <a:t>, Ivan A. Janssens</a:t>
            </a:r>
            <a:r>
              <a:rPr lang="en-US" sz="2100" baseline="30000" dirty="0">
                <a:latin typeface="Times New Roman" panose="02020603050405020304" pitchFamily="18" charset="0"/>
                <a:cs typeface="Times New Roman" panose="02020603050405020304" pitchFamily="18" charset="0"/>
              </a:rPr>
              <a:t>2</a:t>
            </a:r>
            <a:r>
              <a:rPr lang="en-US" sz="2100" dirty="0">
                <a:latin typeface="Times New Roman" panose="02020603050405020304" pitchFamily="18" charset="0"/>
                <a:cs typeface="Times New Roman" panose="02020603050405020304" pitchFamily="18" charset="0"/>
              </a:rPr>
              <a:t>, Andreas Richter</a:t>
            </a:r>
            <a:r>
              <a:rPr lang="en-US" sz="2100" baseline="30000" dirty="0">
                <a:latin typeface="Times New Roman" panose="02020603050405020304" pitchFamily="18" charset="0"/>
                <a:cs typeface="Times New Roman" panose="02020603050405020304" pitchFamily="18" charset="0"/>
              </a:rPr>
              <a:t>3</a:t>
            </a:r>
            <a:r>
              <a:rPr lang="en-US" sz="2100" dirty="0">
                <a:latin typeface="Times New Roman" panose="02020603050405020304" pitchFamily="18" charset="0"/>
                <a:cs typeface="Times New Roman" panose="02020603050405020304" pitchFamily="18" charset="0"/>
              </a:rPr>
              <a:t>, Benjamin Runkle</a:t>
            </a:r>
            <a:r>
              <a:rPr lang="en-US" sz="2100" baseline="30000" dirty="0">
                <a:latin typeface="Times New Roman" panose="02020603050405020304" pitchFamily="18" charset="0"/>
                <a:cs typeface="Times New Roman" panose="02020603050405020304" pitchFamily="18" charset="0"/>
              </a:rPr>
              <a:t>4</a:t>
            </a:r>
            <a:r>
              <a:rPr lang="en-US" sz="2100" dirty="0">
                <a:latin typeface="Times New Roman" panose="02020603050405020304" pitchFamily="18" charset="0"/>
                <a:cs typeface="Times New Roman" panose="02020603050405020304" pitchFamily="18" charset="0"/>
              </a:rPr>
              <a:t>, Clément Stahl</a:t>
            </a:r>
            <a:r>
              <a:rPr lang="en-US" sz="2100" baseline="30000" dirty="0">
                <a:latin typeface="Times New Roman" panose="02020603050405020304" pitchFamily="18" charset="0"/>
                <a:cs typeface="Times New Roman" panose="02020603050405020304" pitchFamily="18" charset="0"/>
              </a:rPr>
              <a:t>5</a:t>
            </a:r>
            <a:r>
              <a:rPr lang="en-US" sz="2100" dirty="0">
                <a:latin typeface="Times New Roman" panose="02020603050405020304" pitchFamily="18" charset="0"/>
                <a:cs typeface="Times New Roman" panose="02020603050405020304" pitchFamily="18" charset="0"/>
              </a:rPr>
              <a:t>, Laëtitia M. Bréchet</a:t>
            </a:r>
            <a:r>
              <a:rPr lang="en-US" sz="2100" baseline="30000" dirty="0">
                <a:latin typeface="Times New Roman" panose="02020603050405020304" pitchFamily="18" charset="0"/>
                <a:cs typeface="Times New Roman" panose="02020603050405020304" pitchFamily="18" charset="0"/>
              </a:rPr>
              <a:t>5</a:t>
            </a:r>
            <a:endParaRPr lang="en-US" sz="2100" dirty="0">
              <a:latin typeface="Times New Roman" panose="02020603050405020304" pitchFamily="18" charset="0"/>
              <a:cs typeface="Times New Roman" panose="02020603050405020304" pitchFamily="18" charset="0"/>
            </a:endParaRPr>
          </a:p>
          <a:p>
            <a:endParaRPr lang="en-US" dirty="0"/>
          </a:p>
          <a:p>
            <a:pPr marL="0" indent="0">
              <a:buNone/>
            </a:pPr>
            <a:r>
              <a:rPr lang="en-US" sz="1300" baseline="30000" dirty="0"/>
              <a:t>1</a:t>
            </a:r>
            <a:r>
              <a:rPr lang="en-US" sz="1300" dirty="0"/>
              <a:t>Environmental Dynamics Program, University of Arkansas, Fayetteville, AR 72701, USA</a:t>
            </a:r>
          </a:p>
          <a:p>
            <a:pPr marL="0" indent="0">
              <a:buNone/>
            </a:pPr>
            <a:r>
              <a:rPr lang="en-US" sz="1300" baseline="30000" dirty="0"/>
              <a:t>2</a:t>
            </a:r>
            <a:r>
              <a:rPr lang="en-US" sz="1300" dirty="0"/>
              <a:t>Center of Excellence Global Change Ecology, Department of Biology University of Antwerp, </a:t>
            </a:r>
            <a:r>
              <a:rPr lang="en-US" sz="1300" dirty="0" err="1"/>
              <a:t>Universiteitsplein</a:t>
            </a:r>
            <a:r>
              <a:rPr lang="en-US" sz="1300" dirty="0"/>
              <a:t> 1, B-2610 </a:t>
            </a:r>
            <a:r>
              <a:rPr lang="en-US" sz="1300" dirty="0" err="1"/>
              <a:t>Wilrijk</a:t>
            </a:r>
            <a:r>
              <a:rPr lang="en-US" sz="1300" dirty="0"/>
              <a:t>, Belgium</a:t>
            </a:r>
          </a:p>
          <a:p>
            <a:pPr marL="0" indent="0">
              <a:buNone/>
            </a:pPr>
            <a:r>
              <a:rPr lang="en-US" sz="1300" baseline="30000" dirty="0"/>
              <a:t>3</a:t>
            </a:r>
            <a:r>
              <a:rPr lang="en-US" sz="1300" dirty="0"/>
              <a:t>University of Vienna, Centre for Microbiology and Environmental Systems Science, </a:t>
            </a:r>
            <a:r>
              <a:rPr lang="en-US" sz="1300" dirty="0" err="1"/>
              <a:t>Djerassiplatz</a:t>
            </a:r>
            <a:r>
              <a:rPr lang="en-US" sz="1300" dirty="0"/>
              <a:t> 1, 1030 Wien, Austria</a:t>
            </a:r>
          </a:p>
          <a:p>
            <a:pPr marL="0" indent="0">
              <a:buNone/>
            </a:pPr>
            <a:r>
              <a:rPr lang="en-US" sz="1300" baseline="30000" dirty="0"/>
              <a:t>4</a:t>
            </a:r>
            <a:r>
              <a:rPr lang="en-US" sz="1300" dirty="0"/>
              <a:t>Biological and Agricultural Engineering, University of Arkansas, Fayetteville, AR 72701, USA</a:t>
            </a:r>
          </a:p>
          <a:p>
            <a:pPr marL="0" indent="0">
              <a:buNone/>
            </a:pPr>
            <a:r>
              <a:rPr lang="fr-FR" sz="1300" baseline="30000" dirty="0"/>
              <a:t>5</a:t>
            </a:r>
            <a:r>
              <a:rPr lang="fr-FR" sz="1300" dirty="0"/>
              <a:t>INRAE, UMR </a:t>
            </a:r>
            <a:r>
              <a:rPr lang="fr-FR" sz="1300" dirty="0" err="1"/>
              <a:t>EcoFoG</a:t>
            </a:r>
            <a:r>
              <a:rPr lang="fr-FR" sz="1300" dirty="0"/>
              <a:t>, CNRS, CIRAD, AgroParisTech, Université des Antilles, Université de Guyane, 97310 Kourou, France</a:t>
            </a:r>
            <a:endParaRPr lang="en-US" sz="1300" dirty="0"/>
          </a:p>
          <a:p>
            <a:endParaRPr lang="en-US" dirty="0"/>
          </a:p>
        </p:txBody>
      </p:sp>
      <p:sp>
        <p:nvSpPr>
          <p:cNvPr id="4" name="TextBox 3">
            <a:extLst>
              <a:ext uri="{FF2B5EF4-FFF2-40B4-BE49-F238E27FC236}">
                <a16:creationId xmlns:a16="http://schemas.microsoft.com/office/drawing/2014/main" id="{B05CA977-E94A-F159-9447-B1E56CBA0B03}"/>
              </a:ext>
            </a:extLst>
          </p:cNvPr>
          <p:cNvSpPr txBox="1"/>
          <p:nvPr/>
        </p:nvSpPr>
        <p:spPr>
          <a:xfrm>
            <a:off x="8325016" y="5816600"/>
            <a:ext cx="3866984" cy="369332"/>
          </a:xfrm>
          <a:prstGeom prst="rect">
            <a:avLst/>
          </a:prstGeom>
          <a:noFill/>
        </p:spPr>
        <p:txBody>
          <a:bodyPr wrap="square" rtlCol="0">
            <a:spAutoFit/>
          </a:bodyPr>
          <a:lstStyle/>
          <a:p>
            <a:r>
              <a:rPr lang="en-US" dirty="0"/>
              <a:t>Monday, 04 May, 17:40 CEST / 10:40 CT</a:t>
            </a:r>
          </a:p>
        </p:txBody>
      </p:sp>
    </p:spTree>
    <p:extLst>
      <p:ext uri="{BB962C8B-B14F-4D97-AF65-F5344CB8AC3E}">
        <p14:creationId xmlns:p14="http://schemas.microsoft.com/office/powerpoint/2010/main" val="3259523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B40B5-7607-6AF5-EC93-8CE8B1394FF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CAE4F1-1B25-F7C3-0CB2-89E37D413BB3}"/>
              </a:ext>
            </a:extLst>
          </p:cNvPr>
          <p:cNvSpPr>
            <a:spLocks noGrp="1"/>
          </p:cNvSpPr>
          <p:nvPr>
            <p:ph idx="1"/>
          </p:nvPr>
        </p:nvSpPr>
        <p:spPr>
          <a:xfrm>
            <a:off x="838158" y="1870753"/>
            <a:ext cx="6773628" cy="4299281"/>
          </a:xfrm>
        </p:spPr>
        <p:txBody>
          <a:bodyPr>
            <a:normAutofit lnSpcReduction="10000"/>
          </a:bodyPr>
          <a:lstStyle/>
          <a:p>
            <a:pPr>
              <a:buBlip>
                <a:blip>
                  <a:extLst>
                    <a:ext uri="{96DAC541-7B7A-43D3-8B79-37D633B846F1}">
                      <asvg:svgBlip xmlns:asvg="http://schemas.microsoft.com/office/drawing/2016/SVG/main" r:embed="rId2"/>
                    </a:ext>
                  </a:extLst>
                </a:blip>
              </a:buBlip>
            </a:pPr>
            <a:r>
              <a:rPr lang="en-US" sz="1600" dirty="0"/>
              <a:t>Jocelyn Cazal for installing the tree-climbing system </a:t>
            </a:r>
          </a:p>
          <a:p>
            <a:pPr>
              <a:buBlip>
                <a:blip>
                  <a:extLst>
                    <a:ext uri="{96DAC541-7B7A-43D3-8B79-37D633B846F1}">
                      <asvg:svgBlip xmlns:asvg="http://schemas.microsoft.com/office/drawing/2016/SVG/main" r:embed="rId2"/>
                    </a:ext>
                  </a:extLst>
                </a:blip>
              </a:buBlip>
            </a:pPr>
            <a:r>
              <a:rPr lang="en-US" sz="1600" dirty="0"/>
              <a:t>Jean-Yves Goret and Warren Daniel for their help in constructing the chambers and conducting gas measurements</a:t>
            </a:r>
          </a:p>
          <a:p>
            <a:pPr>
              <a:buBlip>
                <a:blip>
                  <a:extLst>
                    <a:ext uri="{96DAC541-7B7A-43D3-8B79-37D633B846F1}">
                      <asvg:svgBlip xmlns:asvg="http://schemas.microsoft.com/office/drawing/2016/SVG/main" r:embed="rId2"/>
                    </a:ext>
                  </a:extLst>
                </a:blip>
              </a:buBlip>
            </a:pPr>
            <a:r>
              <a:rPr lang="en-US" sz="1600" dirty="0"/>
              <a:t>Landscape Flux Group at the University of Arkansas, Fayetteville,  AR</a:t>
            </a:r>
          </a:p>
          <a:p>
            <a:pPr>
              <a:buBlip>
                <a:blip>
                  <a:extLst>
                    <a:ext uri="{96DAC541-7B7A-43D3-8B79-37D633B846F1}">
                      <asvg:svgBlip xmlns:asvg="http://schemas.microsoft.com/office/drawing/2016/SVG/main" r:embed="rId2"/>
                    </a:ext>
                  </a:extLst>
                </a:blip>
              </a:buBlip>
            </a:pPr>
            <a:r>
              <a:rPr lang="en-US" sz="1600" dirty="0"/>
              <a:t>FLUXNET Secondment program awarded to K. Khatiwada and L. </a:t>
            </a:r>
            <a:r>
              <a:rPr lang="en-US" sz="1600" dirty="0" err="1"/>
              <a:t>Bréchet</a:t>
            </a:r>
            <a:endParaRPr lang="en-US" sz="1600" dirty="0"/>
          </a:p>
          <a:p>
            <a:pPr>
              <a:buBlip>
                <a:blip>
                  <a:extLst>
                    <a:ext uri="{96DAC541-7B7A-43D3-8B79-37D633B846F1}">
                      <asvg:svgBlip xmlns:asvg="http://schemas.microsoft.com/office/drawing/2016/SVG/main" r:embed="rId2"/>
                    </a:ext>
                  </a:extLst>
                </a:blip>
              </a:buBlip>
            </a:pPr>
            <a:r>
              <a:rPr lang="en-US" sz="1600" dirty="0"/>
              <a:t>IMBALANCE-P European Research Council Synergy grant </a:t>
            </a:r>
          </a:p>
          <a:p>
            <a:pPr>
              <a:buBlip>
                <a:blip>
                  <a:extLst>
                    <a:ext uri="{96DAC541-7B7A-43D3-8B79-37D633B846F1}">
                      <asvg:svgBlip xmlns:asvg="http://schemas.microsoft.com/office/drawing/2016/SVG/main" r:embed="rId2"/>
                    </a:ext>
                  </a:extLst>
                </a:blip>
              </a:buBlip>
            </a:pPr>
            <a:r>
              <a:rPr lang="en-US" sz="1600" dirty="0" err="1"/>
              <a:t>RainForest</a:t>
            </a:r>
            <a:r>
              <a:rPr lang="en-US" sz="1600" dirty="0"/>
              <a:t>-GHG Marie </a:t>
            </a:r>
            <a:r>
              <a:rPr lang="en-US" sz="1600" dirty="0" err="1"/>
              <a:t>Skodowska</a:t>
            </a:r>
            <a:r>
              <a:rPr lang="en-US" sz="1600" dirty="0"/>
              <a:t>-Curie Individual Fellowship </a:t>
            </a:r>
          </a:p>
          <a:p>
            <a:pPr>
              <a:buBlip>
                <a:blip>
                  <a:extLst>
                    <a:ext uri="{96DAC541-7B7A-43D3-8B79-37D633B846F1}">
                      <asvg:svgBlip xmlns:asvg="http://schemas.microsoft.com/office/drawing/2016/SVG/main" r:embed="rId2"/>
                    </a:ext>
                  </a:extLst>
                </a:blip>
              </a:buBlip>
            </a:pPr>
            <a:r>
              <a:rPr lang="en-US" sz="1600" dirty="0"/>
              <a:t>Research Fund of the University of Antwerp </a:t>
            </a:r>
          </a:p>
          <a:p>
            <a:pPr>
              <a:buBlip>
                <a:blip>
                  <a:extLst>
                    <a:ext uri="{96DAC541-7B7A-43D3-8B79-37D633B846F1}">
                      <asvg:svgBlip xmlns:asvg="http://schemas.microsoft.com/office/drawing/2016/SVG/main" r:embed="rId2"/>
                    </a:ext>
                  </a:extLst>
                </a:blip>
              </a:buBlip>
            </a:pPr>
            <a:r>
              <a:rPr lang="en-US" sz="1600" dirty="0"/>
              <a:t>Gordon and Betty Moore Foundation and Stanford University </a:t>
            </a:r>
          </a:p>
          <a:p>
            <a:pPr>
              <a:buBlip>
                <a:blip>
                  <a:extLst>
                    <a:ext uri="{96DAC541-7B7A-43D3-8B79-37D633B846F1}">
                      <asvg:svgBlip xmlns:asvg="http://schemas.microsoft.com/office/drawing/2016/SVG/main" r:embed="rId2"/>
                    </a:ext>
                  </a:extLst>
                </a:blip>
              </a:buBlip>
            </a:pPr>
            <a:r>
              <a:rPr lang="en-US" sz="1600" dirty="0"/>
              <a:t>National Research Institute for Agriculture, Food and Environment (INRAE) </a:t>
            </a:r>
          </a:p>
          <a:p>
            <a:pPr>
              <a:buBlip>
                <a:blip>
                  <a:extLst>
                    <a:ext uri="{96DAC541-7B7A-43D3-8B79-37D633B846F1}">
                      <asvg:svgBlip xmlns:asvg="http://schemas.microsoft.com/office/drawing/2016/SVG/main" r:embed="rId2"/>
                    </a:ext>
                  </a:extLst>
                </a:blip>
              </a:buBlip>
            </a:pPr>
            <a:r>
              <a:rPr lang="en-US" sz="1600" dirty="0"/>
              <a:t>Investissement </a:t>
            </a:r>
            <a:r>
              <a:rPr lang="en-US" sz="1600" dirty="0" err="1"/>
              <a:t>d’Avenir</a:t>
            </a:r>
            <a:r>
              <a:rPr lang="en-US" sz="1600" dirty="0"/>
              <a:t> grant, </a:t>
            </a:r>
            <a:r>
              <a:rPr lang="en-US" sz="1600" dirty="0" err="1"/>
              <a:t>LabEx</a:t>
            </a:r>
            <a:r>
              <a:rPr lang="en-US" sz="1600" dirty="0"/>
              <a:t> CEBA</a:t>
            </a:r>
          </a:p>
        </p:txBody>
      </p:sp>
      <p:sp>
        <p:nvSpPr>
          <p:cNvPr id="4" name="TextBox 3">
            <a:extLst>
              <a:ext uri="{FF2B5EF4-FFF2-40B4-BE49-F238E27FC236}">
                <a16:creationId xmlns:a16="http://schemas.microsoft.com/office/drawing/2014/main" id="{FABF2502-082C-C466-A8EA-4FFBFAD880B9}"/>
              </a:ext>
            </a:extLst>
          </p:cNvPr>
          <p:cNvSpPr txBox="1"/>
          <p:nvPr/>
        </p:nvSpPr>
        <p:spPr>
          <a:xfrm>
            <a:off x="535305" y="554990"/>
            <a:ext cx="7379335" cy="830997"/>
          </a:xfrm>
          <a:prstGeom prst="rect">
            <a:avLst/>
          </a:prstGeom>
          <a:noFill/>
        </p:spPr>
        <p:txBody>
          <a:bodyPr wrap="square" rtlCol="0">
            <a:spAutoFit/>
          </a:bodyPr>
          <a:lstStyle/>
          <a:p>
            <a:r>
              <a:rPr lang="en-US" sz="4800" dirty="0"/>
              <a:t>Many thanks </a:t>
            </a:r>
          </a:p>
        </p:txBody>
      </p:sp>
      <p:sp>
        <p:nvSpPr>
          <p:cNvPr id="5" name="Rectangle 4">
            <a:extLst>
              <a:ext uri="{FF2B5EF4-FFF2-40B4-BE49-F238E27FC236}">
                <a16:creationId xmlns:a16="http://schemas.microsoft.com/office/drawing/2014/main" id="{1F83740D-34DE-C6F4-A59F-370EB7B7655C}"/>
              </a:ext>
            </a:extLst>
          </p:cNvPr>
          <p:cNvSpPr/>
          <p:nvPr/>
        </p:nvSpPr>
        <p:spPr>
          <a:xfrm>
            <a:off x="7673009" y="0"/>
            <a:ext cx="4518991" cy="6858000"/>
          </a:xfrm>
          <a:prstGeom prst="rect">
            <a:avLst/>
          </a:prstGeom>
          <a:blipFill rotWithShape="1">
            <a:blip r:embed="rId3"/>
            <a:stretch>
              <a:fillRect/>
            </a:stretch>
          </a:blipFill>
          <a:ln>
            <a:noFill/>
          </a:ln>
          <a:scene3d>
            <a:camera prst="orthographicFront"/>
            <a:lightRig rig="flat" dir="t"/>
          </a:scene3d>
          <a:sp3d prstMaterial="dkEdge">
            <a:bevelT w="8200" h="38100"/>
          </a:sp3d>
        </p:spPr>
        <p:style>
          <a:lnRef idx="1">
            <a:schemeClr val="lt1">
              <a:hueOff val="0"/>
              <a:satOff val="0"/>
              <a:lumOff val="0"/>
              <a:alphaOff val="0"/>
            </a:schemeClr>
          </a:lnRef>
          <a:fillRef idx="2">
            <a:scrgbClr r="0" g="0" b="0"/>
          </a:fillRef>
          <a:effectRef idx="0">
            <a:schemeClr val="accent4">
              <a:hueOff val="0"/>
              <a:satOff val="0"/>
              <a:lumOff val="0"/>
              <a:alphaOff val="0"/>
            </a:schemeClr>
          </a:effectRef>
          <a:fontRef idx="minor">
            <a:schemeClr val="dk1"/>
          </a:fontRef>
        </p:style>
        <p:txBody>
          <a:bodyPr/>
          <a:lstStyle/>
          <a:p>
            <a:endParaRPr lang="en-US"/>
          </a:p>
        </p:txBody>
      </p:sp>
    </p:spTree>
    <p:extLst>
      <p:ext uri="{BB962C8B-B14F-4D97-AF65-F5344CB8AC3E}">
        <p14:creationId xmlns:p14="http://schemas.microsoft.com/office/powerpoint/2010/main" val="3677359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9278D-DF30-BDF1-C95B-A2DA53D63A4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A0ABAEF-B99D-BB98-D203-80BFB037B953}"/>
              </a:ext>
            </a:extLst>
          </p:cNvPr>
          <p:cNvSpPr/>
          <p:nvPr/>
        </p:nvSpPr>
        <p:spPr>
          <a:xfrm>
            <a:off x="-1" y="6591415"/>
            <a:ext cx="1981127" cy="487480"/>
          </a:xfrm>
          <a:prstGeom prst="rect">
            <a:avLst/>
          </a:prstGeom>
          <a:gradFill flip="none" rotWithShape="1">
            <a:gsLst>
              <a:gs pos="0">
                <a:srgbClr val="680000">
                  <a:tint val="66000"/>
                  <a:satMod val="160000"/>
                </a:srgbClr>
              </a:gs>
              <a:gs pos="50000">
                <a:srgbClr val="680000">
                  <a:tint val="44500"/>
                  <a:satMod val="160000"/>
                </a:srgbClr>
              </a:gs>
              <a:gs pos="100000">
                <a:srgbClr val="680000">
                  <a:tint val="23500"/>
                  <a:satMod val="160000"/>
                </a:srgbClr>
              </a:gs>
            </a:gsLst>
            <a:lin ang="5400000" scaled="1"/>
            <a:tileRect/>
          </a:gra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sp>
        <p:nvSpPr>
          <p:cNvPr id="30" name="Freeform 25">
            <a:extLst>
              <a:ext uri="{FF2B5EF4-FFF2-40B4-BE49-F238E27FC236}">
                <a16:creationId xmlns:a16="http://schemas.microsoft.com/office/drawing/2014/main" id="{8785F300-33C9-0925-EF96-D9B58670EBA9}"/>
              </a:ext>
            </a:extLst>
          </p:cNvPr>
          <p:cNvSpPr/>
          <p:nvPr/>
        </p:nvSpPr>
        <p:spPr>
          <a:xfrm rot="9558032" flipH="1">
            <a:off x="1879769" y="594658"/>
            <a:ext cx="413228" cy="868880"/>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pic>
        <p:nvPicPr>
          <p:cNvPr id="29" name="Picture 28">
            <a:extLst>
              <a:ext uri="{FF2B5EF4-FFF2-40B4-BE49-F238E27FC236}">
                <a16:creationId xmlns:a16="http://schemas.microsoft.com/office/drawing/2014/main" id="{ABD3A117-DA75-839B-C638-DA79AF58C944}"/>
              </a:ext>
            </a:extLst>
          </p:cNvPr>
          <p:cNvPicPr>
            <a:picLocks noChangeAspect="1"/>
          </p:cNvPicPr>
          <p:nvPr/>
        </p:nvPicPr>
        <p:blipFill>
          <a:blip r:embed="rId2"/>
          <a:stretch>
            <a:fillRect/>
          </a:stretch>
        </p:blipFill>
        <p:spPr>
          <a:xfrm rot="5719328">
            <a:off x="1207821" y="-381252"/>
            <a:ext cx="1694570" cy="1830692"/>
          </a:xfrm>
          <a:prstGeom prst="rect">
            <a:avLst/>
          </a:prstGeom>
        </p:spPr>
      </p:pic>
      <p:pic>
        <p:nvPicPr>
          <p:cNvPr id="25" name="Picture 24">
            <a:extLst>
              <a:ext uri="{FF2B5EF4-FFF2-40B4-BE49-F238E27FC236}">
                <a16:creationId xmlns:a16="http://schemas.microsoft.com/office/drawing/2014/main" id="{F20E1714-9284-3878-A4EE-4EC71D9C8D83}"/>
              </a:ext>
            </a:extLst>
          </p:cNvPr>
          <p:cNvPicPr>
            <a:picLocks noChangeAspect="1"/>
          </p:cNvPicPr>
          <p:nvPr/>
        </p:nvPicPr>
        <p:blipFill>
          <a:blip r:embed="rId2"/>
          <a:stretch>
            <a:fillRect/>
          </a:stretch>
        </p:blipFill>
        <p:spPr>
          <a:xfrm rot="1288603">
            <a:off x="45145" y="-314880"/>
            <a:ext cx="2328510" cy="2206854"/>
          </a:xfrm>
          <a:prstGeom prst="rect">
            <a:avLst/>
          </a:prstGeom>
        </p:spPr>
      </p:pic>
      <p:sp>
        <p:nvSpPr>
          <p:cNvPr id="3" name="Freeform 25">
            <a:extLst>
              <a:ext uri="{FF2B5EF4-FFF2-40B4-BE49-F238E27FC236}">
                <a16:creationId xmlns:a16="http://schemas.microsoft.com/office/drawing/2014/main" id="{D6679B0E-299E-F479-8F1E-4E491204CD92}"/>
              </a:ext>
            </a:extLst>
          </p:cNvPr>
          <p:cNvSpPr/>
          <p:nvPr/>
        </p:nvSpPr>
        <p:spPr>
          <a:xfrm rot="716734" flipH="1">
            <a:off x="917072" y="529873"/>
            <a:ext cx="259168" cy="663772"/>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1" name="Freeform 26">
            <a:extLst>
              <a:ext uri="{FF2B5EF4-FFF2-40B4-BE49-F238E27FC236}">
                <a16:creationId xmlns:a16="http://schemas.microsoft.com/office/drawing/2014/main" id="{3318A5E7-8D73-2616-EDD7-0359E943846C}"/>
              </a:ext>
            </a:extLst>
          </p:cNvPr>
          <p:cNvSpPr/>
          <p:nvPr/>
        </p:nvSpPr>
        <p:spPr>
          <a:xfrm>
            <a:off x="1069372" y="2830287"/>
            <a:ext cx="811409" cy="415251"/>
          </a:xfrm>
          <a:custGeom>
            <a:avLst/>
            <a:gdLst>
              <a:gd name="connsiteX0" fmla="*/ 160190 w 217980"/>
              <a:gd name="connsiteY0" fmla="*/ 14651 h 158628"/>
              <a:gd name="connsiteX1" fmla="*/ 214904 w 217980"/>
              <a:gd name="connsiteY1" fmla="*/ 41798 h 158628"/>
              <a:gd name="connsiteX2" fmla="*/ 213181 w 217980"/>
              <a:gd name="connsiteY2" fmla="*/ 53864 h 158628"/>
              <a:gd name="connsiteX3" fmla="*/ 85659 w 217980"/>
              <a:gd name="connsiteY3" fmla="*/ 157714 h 158628"/>
              <a:gd name="connsiteX4" fmla="*/ 788 w 217980"/>
              <a:gd name="connsiteY4" fmla="*/ 61836 h 158628"/>
              <a:gd name="connsiteX5" fmla="*/ 89536 w 217980"/>
              <a:gd name="connsiteY5" fmla="*/ 0 h 158628"/>
              <a:gd name="connsiteX6" fmla="*/ 97076 w 217980"/>
              <a:gd name="connsiteY6" fmla="*/ 0 h 158628"/>
              <a:gd name="connsiteX7" fmla="*/ 159975 w 217980"/>
              <a:gd name="connsiteY7" fmla="*/ 14651 h 15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0" h="158628">
                <a:moveTo>
                  <a:pt x="160190" y="14651"/>
                </a:moveTo>
                <a:cubicBezTo>
                  <a:pt x="175484" y="21761"/>
                  <a:pt x="192932" y="27794"/>
                  <a:pt x="214904" y="41798"/>
                </a:cubicBezTo>
                <a:cubicBezTo>
                  <a:pt x="219643" y="44815"/>
                  <a:pt x="218781" y="52140"/>
                  <a:pt x="213181" y="53864"/>
                </a:cubicBezTo>
                <a:cubicBezTo>
                  <a:pt x="141665" y="75625"/>
                  <a:pt x="150712" y="147372"/>
                  <a:pt x="85659" y="157714"/>
                </a:cubicBezTo>
                <a:cubicBezTo>
                  <a:pt x="30514" y="166332"/>
                  <a:pt x="-5890" y="112468"/>
                  <a:pt x="788" y="61836"/>
                </a:cubicBezTo>
                <a:cubicBezTo>
                  <a:pt x="6819" y="16590"/>
                  <a:pt x="49039" y="0"/>
                  <a:pt x="89536" y="0"/>
                </a:cubicBezTo>
                <a:cubicBezTo>
                  <a:pt x="92121" y="0"/>
                  <a:pt x="94491" y="0"/>
                  <a:pt x="97076" y="0"/>
                </a:cubicBezTo>
                <a:cubicBezTo>
                  <a:pt x="118401" y="1077"/>
                  <a:pt x="140588" y="5602"/>
                  <a:pt x="159975" y="1465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4" name="Freeform 25">
            <a:extLst>
              <a:ext uri="{FF2B5EF4-FFF2-40B4-BE49-F238E27FC236}">
                <a16:creationId xmlns:a16="http://schemas.microsoft.com/office/drawing/2014/main" id="{3AAB204E-AC3F-D0C6-8DC1-3870CB56EAD5}"/>
              </a:ext>
            </a:extLst>
          </p:cNvPr>
          <p:cNvSpPr/>
          <p:nvPr/>
        </p:nvSpPr>
        <p:spPr>
          <a:xfrm>
            <a:off x="550824" y="1940192"/>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5" name="Freeform 26">
            <a:extLst>
              <a:ext uri="{FF2B5EF4-FFF2-40B4-BE49-F238E27FC236}">
                <a16:creationId xmlns:a16="http://schemas.microsoft.com/office/drawing/2014/main" id="{E722460E-8751-E2BE-9405-822DAEF2E8A0}"/>
              </a:ext>
            </a:extLst>
          </p:cNvPr>
          <p:cNvSpPr/>
          <p:nvPr/>
        </p:nvSpPr>
        <p:spPr>
          <a:xfrm rot="21337779">
            <a:off x="1084015" y="1732567"/>
            <a:ext cx="811409" cy="415251"/>
          </a:xfrm>
          <a:custGeom>
            <a:avLst/>
            <a:gdLst>
              <a:gd name="connsiteX0" fmla="*/ 160190 w 217980"/>
              <a:gd name="connsiteY0" fmla="*/ 14651 h 158628"/>
              <a:gd name="connsiteX1" fmla="*/ 214904 w 217980"/>
              <a:gd name="connsiteY1" fmla="*/ 41798 h 158628"/>
              <a:gd name="connsiteX2" fmla="*/ 213181 w 217980"/>
              <a:gd name="connsiteY2" fmla="*/ 53864 h 158628"/>
              <a:gd name="connsiteX3" fmla="*/ 85659 w 217980"/>
              <a:gd name="connsiteY3" fmla="*/ 157714 h 158628"/>
              <a:gd name="connsiteX4" fmla="*/ 788 w 217980"/>
              <a:gd name="connsiteY4" fmla="*/ 61836 h 158628"/>
              <a:gd name="connsiteX5" fmla="*/ 89536 w 217980"/>
              <a:gd name="connsiteY5" fmla="*/ 0 h 158628"/>
              <a:gd name="connsiteX6" fmla="*/ 97076 w 217980"/>
              <a:gd name="connsiteY6" fmla="*/ 0 h 158628"/>
              <a:gd name="connsiteX7" fmla="*/ 159975 w 217980"/>
              <a:gd name="connsiteY7" fmla="*/ 14651 h 15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0" h="158628">
                <a:moveTo>
                  <a:pt x="160190" y="14651"/>
                </a:moveTo>
                <a:cubicBezTo>
                  <a:pt x="175484" y="21761"/>
                  <a:pt x="192932" y="27794"/>
                  <a:pt x="214904" y="41798"/>
                </a:cubicBezTo>
                <a:cubicBezTo>
                  <a:pt x="219643" y="44815"/>
                  <a:pt x="218781" y="52140"/>
                  <a:pt x="213181" y="53864"/>
                </a:cubicBezTo>
                <a:cubicBezTo>
                  <a:pt x="141665" y="75625"/>
                  <a:pt x="150712" y="147372"/>
                  <a:pt x="85659" y="157714"/>
                </a:cubicBezTo>
                <a:cubicBezTo>
                  <a:pt x="30514" y="166332"/>
                  <a:pt x="-5890" y="112468"/>
                  <a:pt x="788" y="61836"/>
                </a:cubicBezTo>
                <a:cubicBezTo>
                  <a:pt x="6819" y="16590"/>
                  <a:pt x="49039" y="0"/>
                  <a:pt x="89536" y="0"/>
                </a:cubicBezTo>
                <a:cubicBezTo>
                  <a:pt x="92121" y="0"/>
                  <a:pt x="94491" y="0"/>
                  <a:pt x="97076" y="0"/>
                </a:cubicBezTo>
                <a:cubicBezTo>
                  <a:pt x="118401" y="1077"/>
                  <a:pt x="140588" y="5602"/>
                  <a:pt x="159975" y="1465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7" name="Freeform 28">
            <a:extLst>
              <a:ext uri="{FF2B5EF4-FFF2-40B4-BE49-F238E27FC236}">
                <a16:creationId xmlns:a16="http://schemas.microsoft.com/office/drawing/2014/main" id="{77572756-BF4C-87C7-F5A9-CD953A3ED2C8}"/>
              </a:ext>
            </a:extLst>
          </p:cNvPr>
          <p:cNvSpPr/>
          <p:nvPr/>
        </p:nvSpPr>
        <p:spPr>
          <a:xfrm>
            <a:off x="575813" y="2104785"/>
            <a:ext cx="1109149" cy="3525458"/>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456" h="1346745">
                <a:moveTo>
                  <a:pt x="137716" y="368860"/>
                </a:moveTo>
                <a:cubicBezTo>
                  <a:pt x="137716" y="356579"/>
                  <a:pt x="137716" y="344298"/>
                  <a:pt x="137285" y="332017"/>
                </a:cubicBezTo>
                <a:cubicBezTo>
                  <a:pt x="134053" y="217395"/>
                  <a:pt x="111436" y="100618"/>
                  <a:pt x="54999" y="0"/>
                </a:cubicBezTo>
                <a:cubicBezTo>
                  <a:pt x="128453" y="140908"/>
                  <a:pt x="136639" y="305301"/>
                  <a:pt x="120268" y="460644"/>
                </a:cubicBezTo>
                <a:cubicBezTo>
                  <a:pt x="107127" y="587548"/>
                  <a:pt x="77617" y="716606"/>
                  <a:pt x="57799" y="842648"/>
                </a:cubicBezTo>
                <a:cubicBezTo>
                  <a:pt x="40136" y="953176"/>
                  <a:pt x="-638" y="1098233"/>
                  <a:pt x="11209" y="1210054"/>
                </a:cubicBezTo>
                <a:cubicBezTo>
                  <a:pt x="6686" y="1273818"/>
                  <a:pt x="3144" y="1288379"/>
                  <a:pt x="6747" y="1301319"/>
                </a:cubicBezTo>
                <a:cubicBezTo>
                  <a:pt x="8388" y="1322265"/>
                  <a:pt x="-6700" y="1333721"/>
                  <a:pt x="3662" y="1342250"/>
                </a:cubicBezTo>
                <a:cubicBezTo>
                  <a:pt x="7539" y="1356147"/>
                  <a:pt x="66552" y="1332309"/>
                  <a:pt x="77617" y="1343798"/>
                </a:cubicBezTo>
                <a:lnTo>
                  <a:pt x="120052" y="1343798"/>
                </a:lnTo>
                <a:cubicBezTo>
                  <a:pt x="99157" y="1292950"/>
                  <a:pt x="85371" y="1239517"/>
                  <a:pt x="77186" y="1185222"/>
                </a:cubicBezTo>
                <a:cubicBezTo>
                  <a:pt x="60815" y="1072754"/>
                  <a:pt x="67923" y="958347"/>
                  <a:pt x="82355" y="846095"/>
                </a:cubicBezTo>
                <a:cubicBezTo>
                  <a:pt x="99588" y="711435"/>
                  <a:pt x="127160" y="575913"/>
                  <a:pt x="135346" y="439745"/>
                </a:cubicBezTo>
                <a:cubicBezTo>
                  <a:pt x="138147" y="392991"/>
                  <a:pt x="161841" y="349900"/>
                  <a:pt x="200615" y="323614"/>
                </a:cubicBezTo>
                <a:cubicBezTo>
                  <a:pt x="200830" y="323614"/>
                  <a:pt x="201046" y="323184"/>
                  <a:pt x="201476" y="322968"/>
                </a:cubicBezTo>
                <a:cubicBezTo>
                  <a:pt x="228618" y="304654"/>
                  <a:pt x="260283" y="292373"/>
                  <a:pt x="293456" y="288495"/>
                </a:cubicBezTo>
                <a:cubicBezTo>
                  <a:pt x="232280" y="291512"/>
                  <a:pt x="174981" y="320383"/>
                  <a:pt x="137931" y="368860"/>
                </a:cubicBezTo>
                <a:lnTo>
                  <a:pt x="137716" y="368860"/>
                </a:lnTo>
                <a:close/>
              </a:path>
            </a:pathLst>
          </a:custGeom>
          <a:gradFill flip="none" rotWithShape="1">
            <a:gsLst>
              <a:gs pos="0">
                <a:srgbClr val="68000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0" name="Freeform 25">
            <a:extLst>
              <a:ext uri="{FF2B5EF4-FFF2-40B4-BE49-F238E27FC236}">
                <a16:creationId xmlns:a16="http://schemas.microsoft.com/office/drawing/2014/main" id="{ACD6A8D9-A384-8783-11DA-357374463889}"/>
              </a:ext>
            </a:extLst>
          </p:cNvPr>
          <p:cNvSpPr/>
          <p:nvPr/>
        </p:nvSpPr>
        <p:spPr>
          <a:xfrm>
            <a:off x="412653" y="919704"/>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8" name="Freeform 28">
            <a:extLst>
              <a:ext uri="{FF2B5EF4-FFF2-40B4-BE49-F238E27FC236}">
                <a16:creationId xmlns:a16="http://schemas.microsoft.com/office/drawing/2014/main" id="{3B8DBD3C-3628-FFFD-5F68-7D13BE6E963D}"/>
              </a:ext>
            </a:extLst>
          </p:cNvPr>
          <p:cNvSpPr/>
          <p:nvPr/>
        </p:nvSpPr>
        <p:spPr>
          <a:xfrm flipH="1">
            <a:off x="567698" y="862124"/>
            <a:ext cx="519385" cy="2082792"/>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61223" h="955203">
                <a:moveTo>
                  <a:pt x="105483" y="368860"/>
                </a:moveTo>
                <a:cubicBezTo>
                  <a:pt x="105483" y="356579"/>
                  <a:pt x="105483" y="344298"/>
                  <a:pt x="105052" y="332017"/>
                </a:cubicBezTo>
                <a:cubicBezTo>
                  <a:pt x="101820" y="217395"/>
                  <a:pt x="79203" y="100618"/>
                  <a:pt x="22766" y="0"/>
                </a:cubicBezTo>
                <a:cubicBezTo>
                  <a:pt x="96220" y="140908"/>
                  <a:pt x="104406" y="305301"/>
                  <a:pt x="88035" y="460644"/>
                </a:cubicBezTo>
                <a:cubicBezTo>
                  <a:pt x="74894" y="587548"/>
                  <a:pt x="20879" y="783328"/>
                  <a:pt x="1061" y="909370"/>
                </a:cubicBezTo>
                <a:cubicBezTo>
                  <a:pt x="-4761" y="989297"/>
                  <a:pt x="14894" y="942618"/>
                  <a:pt x="23071" y="932072"/>
                </a:cubicBezTo>
                <a:cubicBezTo>
                  <a:pt x="40080" y="853801"/>
                  <a:pt x="78895" y="541155"/>
                  <a:pt x="103113" y="439745"/>
                </a:cubicBezTo>
                <a:cubicBezTo>
                  <a:pt x="105914" y="392991"/>
                  <a:pt x="129608" y="349900"/>
                  <a:pt x="168382" y="323614"/>
                </a:cubicBezTo>
                <a:cubicBezTo>
                  <a:pt x="168597" y="323614"/>
                  <a:pt x="168813" y="323184"/>
                  <a:pt x="169243" y="322968"/>
                </a:cubicBezTo>
                <a:cubicBezTo>
                  <a:pt x="196385" y="304654"/>
                  <a:pt x="228050" y="292373"/>
                  <a:pt x="261223" y="288495"/>
                </a:cubicBezTo>
                <a:cubicBezTo>
                  <a:pt x="200047" y="291512"/>
                  <a:pt x="142748" y="320383"/>
                  <a:pt x="105698" y="368860"/>
                </a:cubicBezTo>
                <a:lnTo>
                  <a:pt x="105483" y="368860"/>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 name="Freeform 28">
            <a:extLst>
              <a:ext uri="{FF2B5EF4-FFF2-40B4-BE49-F238E27FC236}">
                <a16:creationId xmlns:a16="http://schemas.microsoft.com/office/drawing/2014/main" id="{FA5650A0-9EF7-A3F7-C7EA-0D6BDD182BEC}"/>
              </a:ext>
            </a:extLst>
          </p:cNvPr>
          <p:cNvSpPr/>
          <p:nvPr/>
        </p:nvSpPr>
        <p:spPr>
          <a:xfrm>
            <a:off x="948573" y="1391638"/>
            <a:ext cx="623185" cy="83005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 name="csX0" fmla="*/ 82717 w 238457"/>
              <a:gd name="csY0" fmla="*/ 368860 h 932100"/>
              <a:gd name="csX1" fmla="*/ 82286 w 238457"/>
              <a:gd name="csY1" fmla="*/ 332017 h 932100"/>
              <a:gd name="csX2" fmla="*/ 0 w 238457"/>
              <a:gd name="csY2" fmla="*/ 0 h 932100"/>
              <a:gd name="csX3" fmla="*/ 65269 w 238457"/>
              <a:gd name="csY3" fmla="*/ 460644 h 932100"/>
              <a:gd name="csX4" fmla="*/ 305 w 238457"/>
              <a:gd name="csY4" fmla="*/ 932072 h 932100"/>
              <a:gd name="csX5" fmla="*/ 80347 w 238457"/>
              <a:gd name="csY5" fmla="*/ 439745 h 932100"/>
              <a:gd name="csX6" fmla="*/ 145616 w 238457"/>
              <a:gd name="csY6" fmla="*/ 323614 h 932100"/>
              <a:gd name="csX7" fmla="*/ 146477 w 238457"/>
              <a:gd name="csY7" fmla="*/ 322968 h 932100"/>
              <a:gd name="csX8" fmla="*/ 238457 w 238457"/>
              <a:gd name="csY8" fmla="*/ 288495 h 932100"/>
              <a:gd name="csX9" fmla="*/ 82932 w 238457"/>
              <a:gd name="csY9" fmla="*/ 368860 h 932100"/>
              <a:gd name="csX10" fmla="*/ 82717 w 238457"/>
              <a:gd name="csY10" fmla="*/ 368860 h 932100"/>
              <a:gd name="csX0" fmla="*/ 82717 w 238457"/>
              <a:gd name="csY0" fmla="*/ 368860 h 492900"/>
              <a:gd name="csX1" fmla="*/ 82286 w 238457"/>
              <a:gd name="csY1" fmla="*/ 332017 h 492900"/>
              <a:gd name="csX2" fmla="*/ 0 w 238457"/>
              <a:gd name="csY2" fmla="*/ 0 h 492900"/>
              <a:gd name="csX3" fmla="*/ 65269 w 238457"/>
              <a:gd name="csY3" fmla="*/ 460644 h 492900"/>
              <a:gd name="csX4" fmla="*/ 80347 w 238457"/>
              <a:gd name="csY4" fmla="*/ 439745 h 492900"/>
              <a:gd name="csX5" fmla="*/ 145616 w 238457"/>
              <a:gd name="csY5" fmla="*/ 323614 h 492900"/>
              <a:gd name="csX6" fmla="*/ 146477 w 238457"/>
              <a:gd name="csY6" fmla="*/ 322968 h 492900"/>
              <a:gd name="csX7" fmla="*/ 238457 w 238457"/>
              <a:gd name="csY7" fmla="*/ 288495 h 492900"/>
              <a:gd name="csX8" fmla="*/ 82932 w 238457"/>
              <a:gd name="csY8" fmla="*/ 368860 h 492900"/>
              <a:gd name="csX9" fmla="*/ 82717 w 238457"/>
              <a:gd name="csY9" fmla="*/ 368860 h 492900"/>
              <a:gd name="csX0" fmla="*/ 17448 w 173188"/>
              <a:gd name="csY0" fmla="*/ 256637 h 380677"/>
              <a:gd name="csX1" fmla="*/ 17017 w 173188"/>
              <a:gd name="csY1" fmla="*/ 219794 h 380677"/>
              <a:gd name="csX2" fmla="*/ 17938 w 173188"/>
              <a:gd name="csY2" fmla="*/ 0 h 380677"/>
              <a:gd name="csX3" fmla="*/ 0 w 173188"/>
              <a:gd name="csY3" fmla="*/ 348421 h 380677"/>
              <a:gd name="csX4" fmla="*/ 15078 w 173188"/>
              <a:gd name="csY4" fmla="*/ 327522 h 380677"/>
              <a:gd name="csX5" fmla="*/ 80347 w 173188"/>
              <a:gd name="csY5" fmla="*/ 211391 h 380677"/>
              <a:gd name="csX6" fmla="*/ 81208 w 173188"/>
              <a:gd name="csY6" fmla="*/ 210745 h 380677"/>
              <a:gd name="csX7" fmla="*/ 173188 w 173188"/>
              <a:gd name="csY7" fmla="*/ 176272 h 380677"/>
              <a:gd name="csX8" fmla="*/ 17663 w 173188"/>
              <a:gd name="csY8" fmla="*/ 256637 h 380677"/>
              <a:gd name="csX9" fmla="*/ 17448 w 173188"/>
              <a:gd name="csY9" fmla="*/ 256637 h 3806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3188" h="380677">
                <a:moveTo>
                  <a:pt x="17448" y="256637"/>
                </a:moveTo>
                <a:cubicBezTo>
                  <a:pt x="17448" y="244356"/>
                  <a:pt x="17448" y="232075"/>
                  <a:pt x="17017" y="219794"/>
                </a:cubicBezTo>
                <a:cubicBezTo>
                  <a:pt x="13785" y="105172"/>
                  <a:pt x="74375" y="100618"/>
                  <a:pt x="17938" y="0"/>
                </a:cubicBezTo>
                <a:cubicBezTo>
                  <a:pt x="91392" y="140908"/>
                  <a:pt x="16371" y="193078"/>
                  <a:pt x="0" y="348421"/>
                </a:cubicBezTo>
                <a:cubicBezTo>
                  <a:pt x="13391" y="421712"/>
                  <a:pt x="1687" y="350360"/>
                  <a:pt x="15078" y="327522"/>
                </a:cubicBezTo>
                <a:cubicBezTo>
                  <a:pt x="17879" y="280768"/>
                  <a:pt x="41573" y="237677"/>
                  <a:pt x="80347" y="211391"/>
                </a:cubicBezTo>
                <a:cubicBezTo>
                  <a:pt x="80562" y="211391"/>
                  <a:pt x="80778" y="210961"/>
                  <a:pt x="81208" y="210745"/>
                </a:cubicBezTo>
                <a:cubicBezTo>
                  <a:pt x="108350" y="192431"/>
                  <a:pt x="140015" y="180150"/>
                  <a:pt x="173188" y="176272"/>
                </a:cubicBezTo>
                <a:cubicBezTo>
                  <a:pt x="112012" y="179289"/>
                  <a:pt x="54713" y="208160"/>
                  <a:pt x="17663" y="256637"/>
                </a:cubicBezTo>
                <a:lnTo>
                  <a:pt x="17448" y="256637"/>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6" name="Freeform 28">
            <a:extLst>
              <a:ext uri="{FF2B5EF4-FFF2-40B4-BE49-F238E27FC236}">
                <a16:creationId xmlns:a16="http://schemas.microsoft.com/office/drawing/2014/main" id="{FDCBBF02-C854-C70F-8500-88A0F36B9410}"/>
              </a:ext>
            </a:extLst>
          </p:cNvPr>
          <p:cNvSpPr/>
          <p:nvPr/>
        </p:nvSpPr>
        <p:spPr>
          <a:xfrm>
            <a:off x="540251" y="4903256"/>
            <a:ext cx="519385" cy="183451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 name="csX0" fmla="*/ 137716 w 293456"/>
              <a:gd name="csY0" fmla="*/ 80365 h 1058250"/>
              <a:gd name="csX1" fmla="*/ 137285 w 293456"/>
              <a:gd name="csY1" fmla="*/ 43522 h 1058250"/>
              <a:gd name="csX2" fmla="*/ 120268 w 293456"/>
              <a:gd name="csY2" fmla="*/ 172149 h 1058250"/>
              <a:gd name="csX3" fmla="*/ 57799 w 293456"/>
              <a:gd name="csY3" fmla="*/ 554153 h 1058250"/>
              <a:gd name="csX4" fmla="*/ 11209 w 293456"/>
              <a:gd name="csY4" fmla="*/ 921559 h 1058250"/>
              <a:gd name="csX5" fmla="*/ 6747 w 293456"/>
              <a:gd name="csY5" fmla="*/ 1012824 h 1058250"/>
              <a:gd name="csX6" fmla="*/ 3662 w 293456"/>
              <a:gd name="csY6" fmla="*/ 1053755 h 1058250"/>
              <a:gd name="csX7" fmla="*/ 77617 w 293456"/>
              <a:gd name="csY7" fmla="*/ 1055303 h 1058250"/>
              <a:gd name="csX8" fmla="*/ 120052 w 293456"/>
              <a:gd name="csY8" fmla="*/ 1055303 h 1058250"/>
              <a:gd name="csX9" fmla="*/ 77186 w 293456"/>
              <a:gd name="csY9" fmla="*/ 896727 h 1058250"/>
              <a:gd name="csX10" fmla="*/ 82355 w 293456"/>
              <a:gd name="csY10" fmla="*/ 557600 h 1058250"/>
              <a:gd name="csX11" fmla="*/ 135346 w 293456"/>
              <a:gd name="csY11" fmla="*/ 151250 h 1058250"/>
              <a:gd name="csX12" fmla="*/ 200615 w 293456"/>
              <a:gd name="csY12" fmla="*/ 35119 h 1058250"/>
              <a:gd name="csX13" fmla="*/ 201476 w 293456"/>
              <a:gd name="csY13" fmla="*/ 34473 h 1058250"/>
              <a:gd name="csX14" fmla="*/ 293456 w 293456"/>
              <a:gd name="csY14" fmla="*/ 0 h 1058250"/>
              <a:gd name="csX15" fmla="*/ 137931 w 293456"/>
              <a:gd name="csY15" fmla="*/ 80365 h 1058250"/>
              <a:gd name="csX16" fmla="*/ 137716 w 293456"/>
              <a:gd name="csY16" fmla="*/ 80365 h 1058250"/>
              <a:gd name="csX0" fmla="*/ 137716 w 294424"/>
              <a:gd name="csY0" fmla="*/ 82135 h 1060020"/>
              <a:gd name="csX1" fmla="*/ 137285 w 294424"/>
              <a:gd name="csY1" fmla="*/ 45292 h 1060020"/>
              <a:gd name="csX2" fmla="*/ 120268 w 294424"/>
              <a:gd name="csY2" fmla="*/ 173919 h 1060020"/>
              <a:gd name="csX3" fmla="*/ 57799 w 294424"/>
              <a:gd name="csY3" fmla="*/ 555923 h 1060020"/>
              <a:gd name="csX4" fmla="*/ 11209 w 294424"/>
              <a:gd name="csY4" fmla="*/ 923329 h 1060020"/>
              <a:gd name="csX5" fmla="*/ 6747 w 294424"/>
              <a:gd name="csY5" fmla="*/ 1014594 h 1060020"/>
              <a:gd name="csX6" fmla="*/ 3662 w 294424"/>
              <a:gd name="csY6" fmla="*/ 1055525 h 1060020"/>
              <a:gd name="csX7" fmla="*/ 77617 w 294424"/>
              <a:gd name="csY7" fmla="*/ 1057073 h 1060020"/>
              <a:gd name="csX8" fmla="*/ 120052 w 294424"/>
              <a:gd name="csY8" fmla="*/ 1057073 h 1060020"/>
              <a:gd name="csX9" fmla="*/ 77186 w 294424"/>
              <a:gd name="csY9" fmla="*/ 898497 h 1060020"/>
              <a:gd name="csX10" fmla="*/ 82355 w 294424"/>
              <a:gd name="csY10" fmla="*/ 559370 h 1060020"/>
              <a:gd name="csX11" fmla="*/ 135346 w 294424"/>
              <a:gd name="csY11" fmla="*/ 153020 h 1060020"/>
              <a:gd name="csX12" fmla="*/ 200615 w 294424"/>
              <a:gd name="csY12" fmla="*/ 36889 h 1060020"/>
              <a:gd name="csX13" fmla="*/ 293456 w 294424"/>
              <a:gd name="csY13" fmla="*/ 1770 h 1060020"/>
              <a:gd name="csX14" fmla="*/ 137931 w 294424"/>
              <a:gd name="csY14" fmla="*/ 82135 h 1060020"/>
              <a:gd name="csX15" fmla="*/ 137716 w 294424"/>
              <a:gd name="csY15" fmla="*/ 82135 h 1060020"/>
              <a:gd name="csX0" fmla="*/ 137716 w 200617"/>
              <a:gd name="csY0" fmla="*/ 47059 h 1024944"/>
              <a:gd name="csX1" fmla="*/ 137285 w 200617"/>
              <a:gd name="csY1" fmla="*/ 10216 h 1024944"/>
              <a:gd name="csX2" fmla="*/ 120268 w 200617"/>
              <a:gd name="csY2" fmla="*/ 138843 h 1024944"/>
              <a:gd name="csX3" fmla="*/ 57799 w 200617"/>
              <a:gd name="csY3" fmla="*/ 520847 h 1024944"/>
              <a:gd name="csX4" fmla="*/ 11209 w 200617"/>
              <a:gd name="csY4" fmla="*/ 888253 h 1024944"/>
              <a:gd name="csX5" fmla="*/ 6747 w 200617"/>
              <a:gd name="csY5" fmla="*/ 979518 h 1024944"/>
              <a:gd name="csX6" fmla="*/ 3662 w 200617"/>
              <a:gd name="csY6" fmla="*/ 1020449 h 1024944"/>
              <a:gd name="csX7" fmla="*/ 77617 w 200617"/>
              <a:gd name="csY7" fmla="*/ 1021997 h 1024944"/>
              <a:gd name="csX8" fmla="*/ 120052 w 200617"/>
              <a:gd name="csY8" fmla="*/ 1021997 h 1024944"/>
              <a:gd name="csX9" fmla="*/ 77186 w 200617"/>
              <a:gd name="csY9" fmla="*/ 863421 h 1024944"/>
              <a:gd name="csX10" fmla="*/ 82355 w 200617"/>
              <a:gd name="csY10" fmla="*/ 524294 h 1024944"/>
              <a:gd name="csX11" fmla="*/ 135346 w 200617"/>
              <a:gd name="csY11" fmla="*/ 117944 h 1024944"/>
              <a:gd name="csX12" fmla="*/ 200615 w 200617"/>
              <a:gd name="csY12" fmla="*/ 1813 h 1024944"/>
              <a:gd name="csX13" fmla="*/ 137931 w 200617"/>
              <a:gd name="csY13" fmla="*/ 47059 h 1024944"/>
              <a:gd name="csX14" fmla="*/ 137716 w 200617"/>
              <a:gd name="csY14" fmla="*/ 47059 h 1024944"/>
              <a:gd name="csX0" fmla="*/ 137716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13" fmla="*/ 137716 w 140143"/>
              <a:gd name="csY13" fmla="*/ 36843 h 1014728"/>
              <a:gd name="csX0" fmla="*/ 137931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0" fmla="*/ 135346 w 140749"/>
              <a:gd name="csY0" fmla="*/ 108035 h 1015035"/>
              <a:gd name="csX1" fmla="*/ 137285 w 140749"/>
              <a:gd name="csY1" fmla="*/ 307 h 1015035"/>
              <a:gd name="csX2" fmla="*/ 120268 w 140749"/>
              <a:gd name="csY2" fmla="*/ 128934 h 1015035"/>
              <a:gd name="csX3" fmla="*/ 57799 w 140749"/>
              <a:gd name="csY3" fmla="*/ 510938 h 1015035"/>
              <a:gd name="csX4" fmla="*/ 11209 w 140749"/>
              <a:gd name="csY4" fmla="*/ 878344 h 1015035"/>
              <a:gd name="csX5" fmla="*/ 6747 w 140749"/>
              <a:gd name="csY5" fmla="*/ 969609 h 1015035"/>
              <a:gd name="csX6" fmla="*/ 3662 w 140749"/>
              <a:gd name="csY6" fmla="*/ 1010540 h 1015035"/>
              <a:gd name="csX7" fmla="*/ 77617 w 140749"/>
              <a:gd name="csY7" fmla="*/ 1012088 h 1015035"/>
              <a:gd name="csX8" fmla="*/ 120052 w 140749"/>
              <a:gd name="csY8" fmla="*/ 1012088 h 1015035"/>
              <a:gd name="csX9" fmla="*/ 77186 w 140749"/>
              <a:gd name="csY9" fmla="*/ 853512 h 1015035"/>
              <a:gd name="csX10" fmla="*/ 82355 w 140749"/>
              <a:gd name="csY10" fmla="*/ 514385 h 1015035"/>
              <a:gd name="csX11" fmla="*/ 135346 w 140749"/>
              <a:gd name="csY11" fmla="*/ 108035 h 1015035"/>
              <a:gd name="csX0" fmla="*/ 135346 w 137484"/>
              <a:gd name="csY0" fmla="*/ 39889 h 946889"/>
              <a:gd name="csX1" fmla="*/ 120268 w 137484"/>
              <a:gd name="csY1" fmla="*/ 60788 h 946889"/>
              <a:gd name="csX2" fmla="*/ 57799 w 137484"/>
              <a:gd name="csY2" fmla="*/ 442792 h 946889"/>
              <a:gd name="csX3" fmla="*/ 11209 w 137484"/>
              <a:gd name="csY3" fmla="*/ 810198 h 946889"/>
              <a:gd name="csX4" fmla="*/ 6747 w 137484"/>
              <a:gd name="csY4" fmla="*/ 901463 h 946889"/>
              <a:gd name="csX5" fmla="*/ 3662 w 137484"/>
              <a:gd name="csY5" fmla="*/ 942394 h 946889"/>
              <a:gd name="csX6" fmla="*/ 77617 w 137484"/>
              <a:gd name="csY6" fmla="*/ 943942 h 946889"/>
              <a:gd name="csX7" fmla="*/ 120052 w 137484"/>
              <a:gd name="csY7" fmla="*/ 943942 h 946889"/>
              <a:gd name="csX8" fmla="*/ 77186 w 137484"/>
              <a:gd name="csY8" fmla="*/ 785366 h 946889"/>
              <a:gd name="csX9" fmla="*/ 82355 w 137484"/>
              <a:gd name="csY9" fmla="*/ 446239 h 946889"/>
              <a:gd name="csX10" fmla="*/ 135346 w 137484"/>
              <a:gd name="csY10" fmla="*/ 39889 h 946889"/>
              <a:gd name="csX0" fmla="*/ 135346 w 135346"/>
              <a:gd name="csY0" fmla="*/ 1 h 907001"/>
              <a:gd name="csX1" fmla="*/ 57799 w 135346"/>
              <a:gd name="csY1" fmla="*/ 402904 h 907001"/>
              <a:gd name="csX2" fmla="*/ 11209 w 135346"/>
              <a:gd name="csY2" fmla="*/ 770310 h 907001"/>
              <a:gd name="csX3" fmla="*/ 6747 w 135346"/>
              <a:gd name="csY3" fmla="*/ 861575 h 907001"/>
              <a:gd name="csX4" fmla="*/ 3662 w 135346"/>
              <a:gd name="csY4" fmla="*/ 902506 h 907001"/>
              <a:gd name="csX5" fmla="*/ 77617 w 135346"/>
              <a:gd name="csY5" fmla="*/ 904054 h 907001"/>
              <a:gd name="csX6" fmla="*/ 120052 w 135346"/>
              <a:gd name="csY6" fmla="*/ 904054 h 907001"/>
              <a:gd name="csX7" fmla="*/ 77186 w 135346"/>
              <a:gd name="csY7" fmla="*/ 745478 h 907001"/>
              <a:gd name="csX8" fmla="*/ 82355 w 135346"/>
              <a:gd name="csY8" fmla="*/ 406351 h 907001"/>
              <a:gd name="csX9" fmla="*/ 135346 w 135346"/>
              <a:gd name="csY9" fmla="*/ 1 h 907001"/>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77186 w 120052"/>
              <a:gd name="csY7" fmla="*/ 385096 h 546619"/>
              <a:gd name="csX8" fmla="*/ 82355 w 120052"/>
              <a:gd name="csY8" fmla="*/ 45969 h 546619"/>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92893 w 120052"/>
              <a:gd name="csY7" fmla="*/ 369397 h 546619"/>
              <a:gd name="csX8" fmla="*/ 82355 w 120052"/>
              <a:gd name="csY8" fmla="*/ 45969 h 546619"/>
              <a:gd name="csX0" fmla="*/ 80784 w 120052"/>
              <a:gd name="csY0" fmla="*/ 199646 h 515831"/>
              <a:gd name="csX1" fmla="*/ 57799 w 120052"/>
              <a:gd name="csY1" fmla="*/ 11734 h 515831"/>
              <a:gd name="csX2" fmla="*/ 11209 w 120052"/>
              <a:gd name="csY2" fmla="*/ 379140 h 515831"/>
              <a:gd name="csX3" fmla="*/ 6747 w 120052"/>
              <a:gd name="csY3" fmla="*/ 470405 h 515831"/>
              <a:gd name="csX4" fmla="*/ 3662 w 120052"/>
              <a:gd name="csY4" fmla="*/ 511336 h 515831"/>
              <a:gd name="csX5" fmla="*/ 77617 w 120052"/>
              <a:gd name="csY5" fmla="*/ 512884 h 515831"/>
              <a:gd name="csX6" fmla="*/ 120052 w 120052"/>
              <a:gd name="csY6" fmla="*/ 512884 h 515831"/>
              <a:gd name="csX7" fmla="*/ 92893 w 120052"/>
              <a:gd name="csY7" fmla="*/ 338609 h 515831"/>
              <a:gd name="csX8" fmla="*/ 80784 w 120052"/>
              <a:gd name="csY8" fmla="*/ 199646 h 515831"/>
              <a:gd name="csX0" fmla="*/ 80784 w 120052"/>
              <a:gd name="csY0" fmla="*/ 48110 h 364295"/>
              <a:gd name="csX1" fmla="*/ 27956 w 120052"/>
              <a:gd name="csY1" fmla="*/ 40738 h 364295"/>
              <a:gd name="csX2" fmla="*/ 11209 w 120052"/>
              <a:gd name="csY2" fmla="*/ 227604 h 364295"/>
              <a:gd name="csX3" fmla="*/ 6747 w 120052"/>
              <a:gd name="csY3" fmla="*/ 318869 h 364295"/>
              <a:gd name="csX4" fmla="*/ 3662 w 120052"/>
              <a:gd name="csY4" fmla="*/ 359800 h 364295"/>
              <a:gd name="csX5" fmla="*/ 77617 w 120052"/>
              <a:gd name="csY5" fmla="*/ 361348 h 364295"/>
              <a:gd name="csX6" fmla="*/ 120052 w 120052"/>
              <a:gd name="csY6" fmla="*/ 361348 h 364295"/>
              <a:gd name="csX7" fmla="*/ 92893 w 120052"/>
              <a:gd name="csY7" fmla="*/ 187073 h 364295"/>
              <a:gd name="csX8" fmla="*/ 80784 w 120052"/>
              <a:gd name="csY8" fmla="*/ 48110 h 364295"/>
              <a:gd name="csX0" fmla="*/ 92893 w 120052"/>
              <a:gd name="csY0" fmla="*/ 146662 h 323884"/>
              <a:gd name="csX1" fmla="*/ 27956 w 120052"/>
              <a:gd name="csY1" fmla="*/ 327 h 323884"/>
              <a:gd name="csX2" fmla="*/ 11209 w 120052"/>
              <a:gd name="csY2" fmla="*/ 187193 h 323884"/>
              <a:gd name="csX3" fmla="*/ 6747 w 120052"/>
              <a:gd name="csY3" fmla="*/ 278458 h 323884"/>
              <a:gd name="csX4" fmla="*/ 3662 w 120052"/>
              <a:gd name="csY4" fmla="*/ 319389 h 323884"/>
              <a:gd name="csX5" fmla="*/ 77617 w 120052"/>
              <a:gd name="csY5" fmla="*/ 320937 h 323884"/>
              <a:gd name="csX6" fmla="*/ 120052 w 120052"/>
              <a:gd name="csY6" fmla="*/ 320937 h 323884"/>
              <a:gd name="csX7" fmla="*/ 92893 w 120052"/>
              <a:gd name="csY7" fmla="*/ 146662 h 323884"/>
              <a:gd name="csX0" fmla="*/ 92893 w 120052"/>
              <a:gd name="csY0" fmla="*/ 150479 h 327701"/>
              <a:gd name="csX1" fmla="*/ 72647 w 120052"/>
              <a:gd name="csY1" fmla="*/ 59128 h 327701"/>
              <a:gd name="csX2" fmla="*/ 27956 w 120052"/>
              <a:gd name="csY2" fmla="*/ 4144 h 327701"/>
              <a:gd name="csX3" fmla="*/ 11209 w 120052"/>
              <a:gd name="csY3" fmla="*/ 191010 h 327701"/>
              <a:gd name="csX4" fmla="*/ 6747 w 120052"/>
              <a:gd name="csY4" fmla="*/ 282275 h 327701"/>
              <a:gd name="csX5" fmla="*/ 3662 w 120052"/>
              <a:gd name="csY5" fmla="*/ 323206 h 327701"/>
              <a:gd name="csX6" fmla="*/ 77617 w 120052"/>
              <a:gd name="csY6" fmla="*/ 324754 h 327701"/>
              <a:gd name="csX7" fmla="*/ 120052 w 120052"/>
              <a:gd name="csY7" fmla="*/ 324754 h 327701"/>
              <a:gd name="csX8" fmla="*/ 92893 w 120052"/>
              <a:gd name="csY8" fmla="*/ 150479 h 327701"/>
              <a:gd name="csX0" fmla="*/ 92893 w 120052"/>
              <a:gd name="csY0" fmla="*/ 150066 h 327288"/>
              <a:gd name="csX1" fmla="*/ 94048 w 120052"/>
              <a:gd name="csY1" fmla="*/ 104468 h 327288"/>
              <a:gd name="csX2" fmla="*/ 72647 w 120052"/>
              <a:gd name="csY2" fmla="*/ 58715 h 327288"/>
              <a:gd name="csX3" fmla="*/ 27956 w 120052"/>
              <a:gd name="csY3" fmla="*/ 3731 h 327288"/>
              <a:gd name="csX4" fmla="*/ 11209 w 120052"/>
              <a:gd name="csY4" fmla="*/ 190597 h 327288"/>
              <a:gd name="csX5" fmla="*/ 6747 w 120052"/>
              <a:gd name="csY5" fmla="*/ 281862 h 327288"/>
              <a:gd name="csX6" fmla="*/ 3662 w 120052"/>
              <a:gd name="csY6" fmla="*/ 322793 h 327288"/>
              <a:gd name="csX7" fmla="*/ 77617 w 120052"/>
              <a:gd name="csY7" fmla="*/ 324341 h 327288"/>
              <a:gd name="csX8" fmla="*/ 120052 w 120052"/>
              <a:gd name="csY8" fmla="*/ 324341 h 327288"/>
              <a:gd name="csX9" fmla="*/ 92893 w 120052"/>
              <a:gd name="csY9" fmla="*/ 150066 h 327288"/>
              <a:gd name="csX0" fmla="*/ 92893 w 104184"/>
              <a:gd name="csY0" fmla="*/ 150066 h 327288"/>
              <a:gd name="csX1" fmla="*/ 94048 w 104184"/>
              <a:gd name="csY1" fmla="*/ 104468 h 327288"/>
              <a:gd name="csX2" fmla="*/ 72647 w 104184"/>
              <a:gd name="csY2" fmla="*/ 58715 h 327288"/>
              <a:gd name="csX3" fmla="*/ 27956 w 104184"/>
              <a:gd name="csY3" fmla="*/ 3731 h 327288"/>
              <a:gd name="csX4" fmla="*/ 11209 w 104184"/>
              <a:gd name="csY4" fmla="*/ 190597 h 327288"/>
              <a:gd name="csX5" fmla="*/ 6747 w 104184"/>
              <a:gd name="csY5" fmla="*/ 281862 h 327288"/>
              <a:gd name="csX6" fmla="*/ 3662 w 104184"/>
              <a:gd name="csY6" fmla="*/ 322793 h 327288"/>
              <a:gd name="csX7" fmla="*/ 77617 w 104184"/>
              <a:gd name="csY7" fmla="*/ 324341 h 327288"/>
              <a:gd name="csX8" fmla="*/ 104184 w 104184"/>
              <a:gd name="csY8" fmla="*/ 324341 h 327288"/>
              <a:gd name="csX9" fmla="*/ 92893 w 104184"/>
              <a:gd name="csY9" fmla="*/ 150066 h 327288"/>
              <a:gd name="csX0" fmla="*/ 92893 w 104184"/>
              <a:gd name="csY0" fmla="*/ 198834 h 376056"/>
              <a:gd name="csX1" fmla="*/ 94048 w 104184"/>
              <a:gd name="csY1" fmla="*/ 153236 h 376056"/>
              <a:gd name="csX2" fmla="*/ 72647 w 104184"/>
              <a:gd name="csY2" fmla="*/ 107483 h 376056"/>
              <a:gd name="csX3" fmla="*/ 58346 w 104184"/>
              <a:gd name="csY3" fmla="*/ 1597 h 376056"/>
              <a:gd name="csX4" fmla="*/ 27956 w 104184"/>
              <a:gd name="csY4" fmla="*/ 52499 h 376056"/>
              <a:gd name="csX5" fmla="*/ 11209 w 104184"/>
              <a:gd name="csY5" fmla="*/ 239365 h 376056"/>
              <a:gd name="csX6" fmla="*/ 6747 w 104184"/>
              <a:gd name="csY6" fmla="*/ 330630 h 376056"/>
              <a:gd name="csX7" fmla="*/ 3662 w 104184"/>
              <a:gd name="csY7" fmla="*/ 371561 h 376056"/>
              <a:gd name="csX8" fmla="*/ 77617 w 104184"/>
              <a:gd name="csY8" fmla="*/ 373109 h 376056"/>
              <a:gd name="csX9" fmla="*/ 104184 w 104184"/>
              <a:gd name="csY9" fmla="*/ 373109 h 376056"/>
              <a:gd name="csX10" fmla="*/ 92893 w 104184"/>
              <a:gd name="csY10" fmla="*/ 198834 h 376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4184" h="376056">
                <a:moveTo>
                  <a:pt x="92893" y="198834"/>
                </a:moveTo>
                <a:cubicBezTo>
                  <a:pt x="86576" y="162189"/>
                  <a:pt x="97422" y="168461"/>
                  <a:pt x="94048" y="153236"/>
                </a:cubicBezTo>
                <a:cubicBezTo>
                  <a:pt x="90674" y="138011"/>
                  <a:pt x="79258" y="121172"/>
                  <a:pt x="72647" y="107483"/>
                </a:cubicBezTo>
                <a:cubicBezTo>
                  <a:pt x="66036" y="93794"/>
                  <a:pt x="65795" y="10761"/>
                  <a:pt x="58346" y="1597"/>
                </a:cubicBezTo>
                <a:cubicBezTo>
                  <a:pt x="50898" y="-7567"/>
                  <a:pt x="35151" y="24454"/>
                  <a:pt x="27956" y="52499"/>
                </a:cubicBezTo>
                <a:cubicBezTo>
                  <a:pt x="10293" y="163027"/>
                  <a:pt x="-638" y="127544"/>
                  <a:pt x="11209" y="239365"/>
                </a:cubicBezTo>
                <a:cubicBezTo>
                  <a:pt x="6686" y="303129"/>
                  <a:pt x="3144" y="317690"/>
                  <a:pt x="6747" y="330630"/>
                </a:cubicBezTo>
                <a:cubicBezTo>
                  <a:pt x="8388" y="351576"/>
                  <a:pt x="-6700" y="363032"/>
                  <a:pt x="3662" y="371561"/>
                </a:cubicBezTo>
                <a:cubicBezTo>
                  <a:pt x="7539" y="385458"/>
                  <a:pt x="66552" y="361620"/>
                  <a:pt x="77617" y="373109"/>
                </a:cubicBezTo>
                <a:lnTo>
                  <a:pt x="104184" y="373109"/>
                </a:lnTo>
                <a:cubicBezTo>
                  <a:pt x="83289" y="322261"/>
                  <a:pt x="101078" y="253129"/>
                  <a:pt x="92893" y="198834"/>
                </a:cubicBezTo>
                <a:close/>
              </a:path>
            </a:pathLst>
          </a:custGeom>
          <a:gradFill flip="none" rotWithShape="1">
            <a:gsLst>
              <a:gs pos="0">
                <a:srgbClr val="680000"/>
              </a:gs>
              <a:gs pos="10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1" name="Freeform 25">
            <a:extLst>
              <a:ext uri="{FF2B5EF4-FFF2-40B4-BE49-F238E27FC236}">
                <a16:creationId xmlns:a16="http://schemas.microsoft.com/office/drawing/2014/main" id="{A3D20CC0-38C2-3ABB-1D4A-63269475D4EA}"/>
              </a:ext>
            </a:extLst>
          </p:cNvPr>
          <p:cNvSpPr/>
          <p:nvPr/>
        </p:nvSpPr>
        <p:spPr>
          <a:xfrm rot="19671096">
            <a:off x="171655" y="-157120"/>
            <a:ext cx="519385" cy="79484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2" name="Arc 31">
            <a:extLst>
              <a:ext uri="{FF2B5EF4-FFF2-40B4-BE49-F238E27FC236}">
                <a16:creationId xmlns:a16="http://schemas.microsoft.com/office/drawing/2014/main" id="{9D4CB324-AA5D-93BE-456D-570B9C73555F}"/>
              </a:ext>
            </a:extLst>
          </p:cNvPr>
          <p:cNvSpPr/>
          <p:nvPr/>
        </p:nvSpPr>
        <p:spPr>
          <a:xfrm rot="20828105">
            <a:off x="277028" y="164696"/>
            <a:ext cx="663813" cy="2177506"/>
          </a:xfrm>
          <a:prstGeom prst="arc">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33" name="Freeform: Shape 32">
            <a:extLst>
              <a:ext uri="{FF2B5EF4-FFF2-40B4-BE49-F238E27FC236}">
                <a16:creationId xmlns:a16="http://schemas.microsoft.com/office/drawing/2014/main" id="{F4916663-6EBD-C92A-0297-9E749E7E1B9F}"/>
              </a:ext>
            </a:extLst>
          </p:cNvPr>
          <p:cNvSpPr/>
          <p:nvPr/>
        </p:nvSpPr>
        <p:spPr>
          <a:xfrm>
            <a:off x="893852" y="328774"/>
            <a:ext cx="1263721" cy="1387011"/>
          </a:xfrm>
          <a:custGeom>
            <a:avLst/>
            <a:gdLst>
              <a:gd name="csX0" fmla="*/ 0 w 1263721"/>
              <a:gd name="csY0" fmla="*/ 1387011 h 1387011"/>
              <a:gd name="csX1" fmla="*/ 297950 w 1263721"/>
              <a:gd name="csY1" fmla="*/ 852755 h 1387011"/>
              <a:gd name="csX2" fmla="*/ 421240 w 1263721"/>
              <a:gd name="csY2" fmla="*/ 462337 h 1387011"/>
              <a:gd name="csX3" fmla="*/ 914400 w 1263721"/>
              <a:gd name="csY3" fmla="*/ 287676 h 1387011"/>
              <a:gd name="csX4" fmla="*/ 1068512 w 1263721"/>
              <a:gd name="csY4" fmla="*/ 102741 h 1387011"/>
              <a:gd name="csX5" fmla="*/ 1263721 w 1263721"/>
              <a:gd name="csY5" fmla="*/ 0 h 1387011"/>
              <a:gd name="csX6" fmla="*/ 1263721 w 1263721"/>
              <a:gd name="csY6" fmla="*/ 0 h 13870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63721" h="1387011">
                <a:moveTo>
                  <a:pt x="0" y="1387011"/>
                </a:moveTo>
                <a:cubicBezTo>
                  <a:pt x="113871" y="1196939"/>
                  <a:pt x="227743" y="1006867"/>
                  <a:pt x="297950" y="852755"/>
                </a:cubicBezTo>
                <a:cubicBezTo>
                  <a:pt x="368157" y="698643"/>
                  <a:pt x="318498" y="556517"/>
                  <a:pt x="421240" y="462337"/>
                </a:cubicBezTo>
                <a:cubicBezTo>
                  <a:pt x="523982" y="368157"/>
                  <a:pt x="806521" y="347609"/>
                  <a:pt x="914400" y="287676"/>
                </a:cubicBezTo>
                <a:cubicBezTo>
                  <a:pt x="1022279" y="227743"/>
                  <a:pt x="1010292" y="150687"/>
                  <a:pt x="1068512" y="102741"/>
                </a:cubicBezTo>
                <a:cubicBezTo>
                  <a:pt x="1126732" y="54795"/>
                  <a:pt x="1263721" y="0"/>
                  <a:pt x="1263721" y="0"/>
                </a:cubicBezTo>
                <a:lnTo>
                  <a:pt x="1263721" y="0"/>
                </a:lnTo>
              </a:path>
            </a:pathLst>
          </a:cu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34" name="Freeform: Shape 33">
            <a:extLst>
              <a:ext uri="{FF2B5EF4-FFF2-40B4-BE49-F238E27FC236}">
                <a16:creationId xmlns:a16="http://schemas.microsoft.com/office/drawing/2014/main" id="{FB3E2260-ED5B-F6A3-D854-89F8464C4A17}"/>
              </a:ext>
            </a:extLst>
          </p:cNvPr>
          <p:cNvSpPr/>
          <p:nvPr/>
        </p:nvSpPr>
        <p:spPr>
          <a:xfrm>
            <a:off x="1190624" y="82194"/>
            <a:ext cx="494338" cy="1047964"/>
          </a:xfrm>
          <a:custGeom>
            <a:avLst/>
            <a:gdLst>
              <a:gd name="csX0" fmla="*/ 1178 w 494338"/>
              <a:gd name="csY0" fmla="*/ 1047964 h 1047964"/>
              <a:gd name="csX1" fmla="*/ 42275 w 494338"/>
              <a:gd name="csY1" fmla="*/ 626724 h 1047964"/>
              <a:gd name="csX2" fmla="*/ 278580 w 494338"/>
              <a:gd name="csY2" fmla="*/ 195209 h 1047964"/>
              <a:gd name="csX3" fmla="*/ 494338 w 494338"/>
              <a:gd name="csY3" fmla="*/ 0 h 1047964"/>
              <a:gd name="csX4" fmla="*/ 494338 w 494338"/>
              <a:gd name="csY4" fmla="*/ 0 h 1047964"/>
            </a:gdLst>
            <a:ahLst/>
            <a:cxnLst>
              <a:cxn ang="0">
                <a:pos x="csX0" y="csY0"/>
              </a:cxn>
              <a:cxn ang="0">
                <a:pos x="csX1" y="csY1"/>
              </a:cxn>
              <a:cxn ang="0">
                <a:pos x="csX2" y="csY2"/>
              </a:cxn>
              <a:cxn ang="0">
                <a:pos x="csX3" y="csY3"/>
              </a:cxn>
              <a:cxn ang="0">
                <a:pos x="csX4" y="csY4"/>
              </a:cxn>
            </a:cxnLst>
            <a:rect l="l" t="t" r="r" b="b"/>
            <a:pathLst>
              <a:path w="494338" h="1047964">
                <a:moveTo>
                  <a:pt x="1178" y="1047964"/>
                </a:moveTo>
                <a:cubicBezTo>
                  <a:pt x="-1391" y="908407"/>
                  <a:pt x="-3959" y="768850"/>
                  <a:pt x="42275" y="626724"/>
                </a:cubicBezTo>
                <a:cubicBezTo>
                  <a:pt x="88509" y="484598"/>
                  <a:pt x="203236" y="299663"/>
                  <a:pt x="278580" y="195209"/>
                </a:cubicBezTo>
                <a:cubicBezTo>
                  <a:pt x="353924" y="90755"/>
                  <a:pt x="494338" y="0"/>
                  <a:pt x="494338" y="0"/>
                </a:cubicBezTo>
                <a:lnTo>
                  <a:pt x="494338" y="0"/>
                </a:lnTo>
              </a:path>
            </a:pathLst>
          </a:cu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
        <p:nvSpPr>
          <p:cNvPr id="12" name="Freeform: Shape 11">
            <a:extLst>
              <a:ext uri="{FF2B5EF4-FFF2-40B4-BE49-F238E27FC236}">
                <a16:creationId xmlns:a16="http://schemas.microsoft.com/office/drawing/2014/main" id="{A388E959-F758-A183-B4D7-C6AA0A732B77}"/>
              </a:ext>
            </a:extLst>
          </p:cNvPr>
          <p:cNvSpPr/>
          <p:nvPr/>
        </p:nvSpPr>
        <p:spPr>
          <a:xfrm>
            <a:off x="0" y="6571489"/>
            <a:ext cx="1981126" cy="65646"/>
          </a:xfrm>
          <a:custGeom>
            <a:avLst/>
            <a:gdLst>
              <a:gd name="csX0" fmla="*/ 0 w 2065106"/>
              <a:gd name="csY0" fmla="*/ 71919 h 143838"/>
              <a:gd name="csX1" fmla="*/ 328773 w 2065106"/>
              <a:gd name="csY1" fmla="*/ 113016 h 143838"/>
              <a:gd name="csX2" fmla="*/ 523982 w 2065106"/>
              <a:gd name="csY2" fmla="*/ 143838 h 143838"/>
              <a:gd name="csX3" fmla="*/ 811658 w 2065106"/>
              <a:gd name="csY3" fmla="*/ 133564 h 143838"/>
              <a:gd name="csX4" fmla="*/ 955497 w 2065106"/>
              <a:gd name="csY4" fmla="*/ 102742 h 143838"/>
              <a:gd name="csX5" fmla="*/ 1089061 w 2065106"/>
              <a:gd name="csY5" fmla="*/ 82193 h 143838"/>
              <a:gd name="csX6" fmla="*/ 1171254 w 2065106"/>
              <a:gd name="csY6" fmla="*/ 51371 h 143838"/>
              <a:gd name="csX7" fmla="*/ 1315092 w 2065106"/>
              <a:gd name="csY7" fmla="*/ 10274 h 143838"/>
              <a:gd name="csX8" fmla="*/ 1345915 w 2065106"/>
              <a:gd name="csY8" fmla="*/ 0 h 143838"/>
              <a:gd name="csX9" fmla="*/ 1469204 w 2065106"/>
              <a:gd name="csY9" fmla="*/ 10274 h 143838"/>
              <a:gd name="csX10" fmla="*/ 1541124 w 2065106"/>
              <a:gd name="csY10" fmla="*/ 41097 h 143838"/>
              <a:gd name="csX11" fmla="*/ 1654139 w 2065106"/>
              <a:gd name="csY11" fmla="*/ 61645 h 143838"/>
              <a:gd name="csX12" fmla="*/ 1736333 w 2065106"/>
              <a:gd name="csY12" fmla="*/ 71919 h 143838"/>
              <a:gd name="csX13" fmla="*/ 2065106 w 2065106"/>
              <a:gd name="csY13" fmla="*/ 71919 h 143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5106" h="143838">
                <a:moveTo>
                  <a:pt x="0" y="71919"/>
                </a:moveTo>
                <a:lnTo>
                  <a:pt x="328773" y="113016"/>
                </a:lnTo>
                <a:cubicBezTo>
                  <a:pt x="394037" y="121974"/>
                  <a:pt x="458166" y="141037"/>
                  <a:pt x="523982" y="143838"/>
                </a:cubicBezTo>
                <a:lnTo>
                  <a:pt x="811658" y="133564"/>
                </a:lnTo>
                <a:cubicBezTo>
                  <a:pt x="859604" y="123290"/>
                  <a:pt x="907282" y="111671"/>
                  <a:pt x="955497" y="102742"/>
                </a:cubicBezTo>
                <a:cubicBezTo>
                  <a:pt x="999789" y="94540"/>
                  <a:pt x="1045241" y="92626"/>
                  <a:pt x="1089061" y="82193"/>
                </a:cubicBezTo>
                <a:cubicBezTo>
                  <a:pt x="1117526" y="75416"/>
                  <a:pt x="1143371" y="60243"/>
                  <a:pt x="1171254" y="51371"/>
                </a:cubicBezTo>
                <a:cubicBezTo>
                  <a:pt x="1218771" y="36252"/>
                  <a:pt x="1267786" y="26042"/>
                  <a:pt x="1315092" y="10274"/>
                </a:cubicBezTo>
                <a:lnTo>
                  <a:pt x="1345915" y="0"/>
                </a:lnTo>
                <a:cubicBezTo>
                  <a:pt x="1387011" y="3425"/>
                  <a:pt x="1428327" y="4824"/>
                  <a:pt x="1469204" y="10274"/>
                </a:cubicBezTo>
                <a:cubicBezTo>
                  <a:pt x="1499132" y="14264"/>
                  <a:pt x="1512154" y="31440"/>
                  <a:pt x="1541124" y="41097"/>
                </a:cubicBezTo>
                <a:cubicBezTo>
                  <a:pt x="1554399" y="45522"/>
                  <a:pt x="1645083" y="60351"/>
                  <a:pt x="1654139" y="61645"/>
                </a:cubicBezTo>
                <a:cubicBezTo>
                  <a:pt x="1681473" y="65550"/>
                  <a:pt x="1708730" y="71229"/>
                  <a:pt x="1736333" y="71919"/>
                </a:cubicBezTo>
                <a:cubicBezTo>
                  <a:pt x="1845890" y="74658"/>
                  <a:pt x="1955515" y="71919"/>
                  <a:pt x="2065106" y="71919"/>
                </a:cubicBezTo>
              </a:path>
            </a:pathLst>
          </a:cu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643C7CF-434D-72EB-EDBA-EAFA70B3DC2F}"/>
              </a:ext>
            </a:extLst>
          </p:cNvPr>
          <p:cNvSpPr txBox="1"/>
          <p:nvPr/>
        </p:nvSpPr>
        <p:spPr>
          <a:xfrm>
            <a:off x="1471229" y="5898502"/>
            <a:ext cx="5554534" cy="400110"/>
          </a:xfrm>
          <a:prstGeom prst="rect">
            <a:avLst/>
          </a:prstGeom>
          <a:noFill/>
        </p:spPr>
        <p:txBody>
          <a:bodyPr wrap="none" rtlCol="0">
            <a:spAutoFit/>
          </a:bodyPr>
          <a:lstStyle/>
          <a:p>
            <a:r>
              <a:rPr lang="en-US" sz="2000" dirty="0"/>
              <a:t>Let’s imagine this as a tree from a tropical forest  </a:t>
            </a:r>
          </a:p>
        </p:txBody>
      </p:sp>
      <p:sp>
        <p:nvSpPr>
          <p:cNvPr id="14" name="TextBox 13">
            <a:extLst>
              <a:ext uri="{FF2B5EF4-FFF2-40B4-BE49-F238E27FC236}">
                <a16:creationId xmlns:a16="http://schemas.microsoft.com/office/drawing/2014/main" id="{15BA190A-85B1-099E-5E17-6D35141F60E3}"/>
              </a:ext>
            </a:extLst>
          </p:cNvPr>
          <p:cNvSpPr txBox="1"/>
          <p:nvPr/>
        </p:nvSpPr>
        <p:spPr>
          <a:xfrm>
            <a:off x="3017759" y="0"/>
            <a:ext cx="3956210" cy="553998"/>
          </a:xfrm>
          <a:prstGeom prst="rect">
            <a:avLst/>
          </a:prstGeom>
          <a:noFill/>
        </p:spPr>
        <p:txBody>
          <a:bodyPr wrap="square">
            <a:spAutoFit/>
          </a:bodyPr>
          <a:lstStyle/>
          <a:p>
            <a:r>
              <a:rPr lang="en-US" sz="3000">
                <a:latin typeface="Times New Roman" panose="02020603050405020304" pitchFamily="18" charset="0"/>
                <a:cs typeface="Times New Roman" panose="02020603050405020304" pitchFamily="18" charset="0"/>
              </a:rPr>
              <a:t> </a:t>
            </a:r>
          </a:p>
        </p:txBody>
      </p:sp>
      <p:cxnSp>
        <p:nvCxnSpPr>
          <p:cNvPr id="20" name="Straight Arrow Connector 19">
            <a:extLst>
              <a:ext uri="{FF2B5EF4-FFF2-40B4-BE49-F238E27FC236}">
                <a16:creationId xmlns:a16="http://schemas.microsoft.com/office/drawing/2014/main" id="{25CD65EF-5057-BDB6-D7FC-0751805D205B}"/>
              </a:ext>
            </a:extLst>
          </p:cNvPr>
          <p:cNvCxnSpPr>
            <a:cxnSpLocks/>
          </p:cNvCxnSpPr>
          <p:nvPr/>
        </p:nvCxnSpPr>
        <p:spPr>
          <a:xfrm flipH="1">
            <a:off x="1209400" y="5802739"/>
            <a:ext cx="1173055" cy="0"/>
          </a:xfrm>
          <a:prstGeom prst="straightConnector1">
            <a:avLst/>
          </a:prstGeom>
          <a:ln w="38100">
            <a:tailEnd type="triangle"/>
          </a:ln>
        </p:spPr>
        <p:style>
          <a:lnRef idx="2">
            <a:schemeClr val="accent2"/>
          </a:lnRef>
          <a:fillRef idx="0">
            <a:schemeClr val="accent2"/>
          </a:fillRef>
          <a:effectRef idx="1">
            <a:schemeClr val="accent2"/>
          </a:effectRef>
          <a:fontRef idx="minor">
            <a:schemeClr val="tx1"/>
          </a:fontRef>
        </p:style>
      </p:cxnSp>
      <p:sp>
        <p:nvSpPr>
          <p:cNvPr id="18" name="TextBox 17">
            <a:extLst>
              <a:ext uri="{FF2B5EF4-FFF2-40B4-BE49-F238E27FC236}">
                <a16:creationId xmlns:a16="http://schemas.microsoft.com/office/drawing/2014/main" id="{F9266B01-FDA3-B3C1-A7CA-79068ACA90C8}"/>
              </a:ext>
            </a:extLst>
          </p:cNvPr>
          <p:cNvSpPr txBox="1"/>
          <p:nvPr/>
        </p:nvSpPr>
        <p:spPr>
          <a:xfrm>
            <a:off x="3077682" y="1806665"/>
            <a:ext cx="4465074" cy="2677656"/>
          </a:xfrm>
          <a:prstGeom prst="rect">
            <a:avLst/>
          </a:prstGeom>
          <a:noFill/>
        </p:spPr>
        <p:txBody>
          <a:bodyPr wrap="square">
            <a:spAutoFit/>
          </a:bodyPr>
          <a:lstStyle/>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Background </a:t>
            </a:r>
          </a:p>
          <a:p>
            <a:pPr marL="342900" indent="-3429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Methods </a:t>
            </a:r>
          </a:p>
          <a:p>
            <a:pPr marL="342900" indent="-3429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Results</a:t>
            </a:r>
          </a:p>
          <a:p>
            <a:pPr marL="342900" indent="-3429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Take home message </a:t>
            </a:r>
          </a:p>
        </p:txBody>
      </p:sp>
      <p:sp>
        <p:nvSpPr>
          <p:cNvPr id="19" name="Slide Number Placeholder 18">
            <a:extLst>
              <a:ext uri="{FF2B5EF4-FFF2-40B4-BE49-F238E27FC236}">
                <a16:creationId xmlns:a16="http://schemas.microsoft.com/office/drawing/2014/main" id="{3512536D-9004-DFFD-B5A1-71E05711AF37}"/>
              </a:ext>
            </a:extLst>
          </p:cNvPr>
          <p:cNvSpPr>
            <a:spLocks noGrp="1"/>
          </p:cNvSpPr>
          <p:nvPr>
            <p:ph type="sldNum" sz="quarter" idx="12"/>
          </p:nvPr>
        </p:nvSpPr>
        <p:spPr/>
        <p:txBody>
          <a:bodyPr/>
          <a:lstStyle/>
          <a:p>
            <a:fld id="{511E72FE-814A-43D7-AA66-638DB960BCF9}" type="slidenum">
              <a:rPr lang="en-US" smtClean="0"/>
              <a:t>3</a:t>
            </a:fld>
            <a:endParaRPr lang="en-US"/>
          </a:p>
        </p:txBody>
      </p:sp>
    </p:spTree>
    <p:extLst>
      <p:ext uri="{BB962C8B-B14F-4D97-AF65-F5344CB8AC3E}">
        <p14:creationId xmlns:p14="http://schemas.microsoft.com/office/powerpoint/2010/main" val="2574641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99E4B-46CA-23DD-54ED-92B1591C778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CAC6251-C855-766D-124C-F39C5445D565}"/>
              </a:ext>
            </a:extLst>
          </p:cNvPr>
          <p:cNvSpPr/>
          <p:nvPr/>
        </p:nvSpPr>
        <p:spPr>
          <a:xfrm>
            <a:off x="-1" y="6591415"/>
            <a:ext cx="1981127" cy="487480"/>
          </a:xfrm>
          <a:prstGeom prst="rect">
            <a:avLst/>
          </a:prstGeom>
          <a:gradFill flip="none" rotWithShape="1">
            <a:gsLst>
              <a:gs pos="0">
                <a:srgbClr val="680000">
                  <a:tint val="66000"/>
                  <a:satMod val="160000"/>
                </a:srgbClr>
              </a:gs>
              <a:gs pos="50000">
                <a:srgbClr val="680000">
                  <a:tint val="44500"/>
                  <a:satMod val="160000"/>
                </a:srgbClr>
              </a:gs>
              <a:gs pos="100000">
                <a:srgbClr val="680000">
                  <a:tint val="23500"/>
                  <a:satMod val="160000"/>
                </a:srgbClr>
              </a:gs>
            </a:gsLst>
            <a:lin ang="5400000" scaled="1"/>
            <a:tileRect/>
          </a:gra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sp>
        <p:nvSpPr>
          <p:cNvPr id="30" name="Freeform 25">
            <a:extLst>
              <a:ext uri="{FF2B5EF4-FFF2-40B4-BE49-F238E27FC236}">
                <a16:creationId xmlns:a16="http://schemas.microsoft.com/office/drawing/2014/main" id="{3F9F928B-F921-07DB-A8B7-602618B78933}"/>
              </a:ext>
            </a:extLst>
          </p:cNvPr>
          <p:cNvSpPr/>
          <p:nvPr/>
        </p:nvSpPr>
        <p:spPr>
          <a:xfrm rot="9558032" flipH="1">
            <a:off x="1879769" y="594658"/>
            <a:ext cx="413228" cy="868880"/>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pic>
        <p:nvPicPr>
          <p:cNvPr id="29" name="Picture 28">
            <a:extLst>
              <a:ext uri="{FF2B5EF4-FFF2-40B4-BE49-F238E27FC236}">
                <a16:creationId xmlns:a16="http://schemas.microsoft.com/office/drawing/2014/main" id="{69668917-5A1D-A5F0-3FEE-4CA93826CD85}"/>
              </a:ext>
            </a:extLst>
          </p:cNvPr>
          <p:cNvPicPr>
            <a:picLocks noChangeAspect="1"/>
          </p:cNvPicPr>
          <p:nvPr/>
        </p:nvPicPr>
        <p:blipFill>
          <a:blip r:embed="rId2"/>
          <a:stretch>
            <a:fillRect/>
          </a:stretch>
        </p:blipFill>
        <p:spPr>
          <a:xfrm rot="5719328">
            <a:off x="1207821" y="-381252"/>
            <a:ext cx="1694570" cy="1830692"/>
          </a:xfrm>
          <a:prstGeom prst="rect">
            <a:avLst/>
          </a:prstGeom>
        </p:spPr>
      </p:pic>
      <p:pic>
        <p:nvPicPr>
          <p:cNvPr id="25" name="Picture 24">
            <a:extLst>
              <a:ext uri="{FF2B5EF4-FFF2-40B4-BE49-F238E27FC236}">
                <a16:creationId xmlns:a16="http://schemas.microsoft.com/office/drawing/2014/main" id="{618C2CF5-5E9C-E95E-C807-E4855C29245E}"/>
              </a:ext>
            </a:extLst>
          </p:cNvPr>
          <p:cNvPicPr>
            <a:picLocks noChangeAspect="1"/>
          </p:cNvPicPr>
          <p:nvPr/>
        </p:nvPicPr>
        <p:blipFill>
          <a:blip r:embed="rId2"/>
          <a:stretch>
            <a:fillRect/>
          </a:stretch>
        </p:blipFill>
        <p:spPr>
          <a:xfrm rot="1288603">
            <a:off x="45145" y="-314880"/>
            <a:ext cx="2328510" cy="2206854"/>
          </a:xfrm>
          <a:prstGeom prst="rect">
            <a:avLst/>
          </a:prstGeom>
        </p:spPr>
      </p:pic>
      <p:sp>
        <p:nvSpPr>
          <p:cNvPr id="3" name="Freeform 25">
            <a:extLst>
              <a:ext uri="{FF2B5EF4-FFF2-40B4-BE49-F238E27FC236}">
                <a16:creationId xmlns:a16="http://schemas.microsoft.com/office/drawing/2014/main" id="{34C62D9F-23DB-2705-A920-5D4478AF3C44}"/>
              </a:ext>
            </a:extLst>
          </p:cNvPr>
          <p:cNvSpPr/>
          <p:nvPr/>
        </p:nvSpPr>
        <p:spPr>
          <a:xfrm rot="716734" flipH="1">
            <a:off x="917072" y="529873"/>
            <a:ext cx="259168" cy="663772"/>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1" name="Freeform 26">
            <a:extLst>
              <a:ext uri="{FF2B5EF4-FFF2-40B4-BE49-F238E27FC236}">
                <a16:creationId xmlns:a16="http://schemas.microsoft.com/office/drawing/2014/main" id="{1F57083C-22F9-ABD1-F7F2-242F3E28D2B4}"/>
              </a:ext>
            </a:extLst>
          </p:cNvPr>
          <p:cNvSpPr/>
          <p:nvPr/>
        </p:nvSpPr>
        <p:spPr>
          <a:xfrm>
            <a:off x="1069372" y="2830287"/>
            <a:ext cx="811409" cy="415251"/>
          </a:xfrm>
          <a:custGeom>
            <a:avLst/>
            <a:gdLst>
              <a:gd name="connsiteX0" fmla="*/ 160190 w 217980"/>
              <a:gd name="connsiteY0" fmla="*/ 14651 h 158628"/>
              <a:gd name="connsiteX1" fmla="*/ 214904 w 217980"/>
              <a:gd name="connsiteY1" fmla="*/ 41798 h 158628"/>
              <a:gd name="connsiteX2" fmla="*/ 213181 w 217980"/>
              <a:gd name="connsiteY2" fmla="*/ 53864 h 158628"/>
              <a:gd name="connsiteX3" fmla="*/ 85659 w 217980"/>
              <a:gd name="connsiteY3" fmla="*/ 157714 h 158628"/>
              <a:gd name="connsiteX4" fmla="*/ 788 w 217980"/>
              <a:gd name="connsiteY4" fmla="*/ 61836 h 158628"/>
              <a:gd name="connsiteX5" fmla="*/ 89536 w 217980"/>
              <a:gd name="connsiteY5" fmla="*/ 0 h 158628"/>
              <a:gd name="connsiteX6" fmla="*/ 97076 w 217980"/>
              <a:gd name="connsiteY6" fmla="*/ 0 h 158628"/>
              <a:gd name="connsiteX7" fmla="*/ 159975 w 217980"/>
              <a:gd name="connsiteY7" fmla="*/ 14651 h 15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0" h="158628">
                <a:moveTo>
                  <a:pt x="160190" y="14651"/>
                </a:moveTo>
                <a:cubicBezTo>
                  <a:pt x="175484" y="21761"/>
                  <a:pt x="192932" y="27794"/>
                  <a:pt x="214904" y="41798"/>
                </a:cubicBezTo>
                <a:cubicBezTo>
                  <a:pt x="219643" y="44815"/>
                  <a:pt x="218781" y="52140"/>
                  <a:pt x="213181" y="53864"/>
                </a:cubicBezTo>
                <a:cubicBezTo>
                  <a:pt x="141665" y="75625"/>
                  <a:pt x="150712" y="147372"/>
                  <a:pt x="85659" y="157714"/>
                </a:cubicBezTo>
                <a:cubicBezTo>
                  <a:pt x="30514" y="166332"/>
                  <a:pt x="-5890" y="112468"/>
                  <a:pt x="788" y="61836"/>
                </a:cubicBezTo>
                <a:cubicBezTo>
                  <a:pt x="6819" y="16590"/>
                  <a:pt x="49039" y="0"/>
                  <a:pt x="89536" y="0"/>
                </a:cubicBezTo>
                <a:cubicBezTo>
                  <a:pt x="92121" y="0"/>
                  <a:pt x="94491" y="0"/>
                  <a:pt x="97076" y="0"/>
                </a:cubicBezTo>
                <a:cubicBezTo>
                  <a:pt x="118401" y="1077"/>
                  <a:pt x="140588" y="5602"/>
                  <a:pt x="159975" y="1465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4" name="Freeform 25">
            <a:extLst>
              <a:ext uri="{FF2B5EF4-FFF2-40B4-BE49-F238E27FC236}">
                <a16:creationId xmlns:a16="http://schemas.microsoft.com/office/drawing/2014/main" id="{43816BD3-4542-DCD0-8C2C-6346CBBFA32F}"/>
              </a:ext>
            </a:extLst>
          </p:cNvPr>
          <p:cNvSpPr/>
          <p:nvPr/>
        </p:nvSpPr>
        <p:spPr>
          <a:xfrm>
            <a:off x="550824" y="1940192"/>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5" name="Freeform 26">
            <a:extLst>
              <a:ext uri="{FF2B5EF4-FFF2-40B4-BE49-F238E27FC236}">
                <a16:creationId xmlns:a16="http://schemas.microsoft.com/office/drawing/2014/main" id="{2C01D1D1-1F05-4748-0918-5DEA83FAE05C}"/>
              </a:ext>
            </a:extLst>
          </p:cNvPr>
          <p:cNvSpPr/>
          <p:nvPr/>
        </p:nvSpPr>
        <p:spPr>
          <a:xfrm rot="21337779">
            <a:off x="1084015" y="1732567"/>
            <a:ext cx="811409" cy="415251"/>
          </a:xfrm>
          <a:custGeom>
            <a:avLst/>
            <a:gdLst>
              <a:gd name="connsiteX0" fmla="*/ 160190 w 217980"/>
              <a:gd name="connsiteY0" fmla="*/ 14651 h 158628"/>
              <a:gd name="connsiteX1" fmla="*/ 214904 w 217980"/>
              <a:gd name="connsiteY1" fmla="*/ 41798 h 158628"/>
              <a:gd name="connsiteX2" fmla="*/ 213181 w 217980"/>
              <a:gd name="connsiteY2" fmla="*/ 53864 h 158628"/>
              <a:gd name="connsiteX3" fmla="*/ 85659 w 217980"/>
              <a:gd name="connsiteY3" fmla="*/ 157714 h 158628"/>
              <a:gd name="connsiteX4" fmla="*/ 788 w 217980"/>
              <a:gd name="connsiteY4" fmla="*/ 61836 h 158628"/>
              <a:gd name="connsiteX5" fmla="*/ 89536 w 217980"/>
              <a:gd name="connsiteY5" fmla="*/ 0 h 158628"/>
              <a:gd name="connsiteX6" fmla="*/ 97076 w 217980"/>
              <a:gd name="connsiteY6" fmla="*/ 0 h 158628"/>
              <a:gd name="connsiteX7" fmla="*/ 159975 w 217980"/>
              <a:gd name="connsiteY7" fmla="*/ 14651 h 15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0" h="158628">
                <a:moveTo>
                  <a:pt x="160190" y="14651"/>
                </a:moveTo>
                <a:cubicBezTo>
                  <a:pt x="175484" y="21761"/>
                  <a:pt x="192932" y="27794"/>
                  <a:pt x="214904" y="41798"/>
                </a:cubicBezTo>
                <a:cubicBezTo>
                  <a:pt x="219643" y="44815"/>
                  <a:pt x="218781" y="52140"/>
                  <a:pt x="213181" y="53864"/>
                </a:cubicBezTo>
                <a:cubicBezTo>
                  <a:pt x="141665" y="75625"/>
                  <a:pt x="150712" y="147372"/>
                  <a:pt x="85659" y="157714"/>
                </a:cubicBezTo>
                <a:cubicBezTo>
                  <a:pt x="30514" y="166332"/>
                  <a:pt x="-5890" y="112468"/>
                  <a:pt x="788" y="61836"/>
                </a:cubicBezTo>
                <a:cubicBezTo>
                  <a:pt x="6819" y="16590"/>
                  <a:pt x="49039" y="0"/>
                  <a:pt x="89536" y="0"/>
                </a:cubicBezTo>
                <a:cubicBezTo>
                  <a:pt x="92121" y="0"/>
                  <a:pt x="94491" y="0"/>
                  <a:pt x="97076" y="0"/>
                </a:cubicBezTo>
                <a:cubicBezTo>
                  <a:pt x="118401" y="1077"/>
                  <a:pt x="140588" y="5602"/>
                  <a:pt x="159975" y="1465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7" name="Freeform 28">
            <a:extLst>
              <a:ext uri="{FF2B5EF4-FFF2-40B4-BE49-F238E27FC236}">
                <a16:creationId xmlns:a16="http://schemas.microsoft.com/office/drawing/2014/main" id="{EFCD0E7B-B2FA-3B4F-2313-0812BABB3E2E}"/>
              </a:ext>
            </a:extLst>
          </p:cNvPr>
          <p:cNvSpPr/>
          <p:nvPr/>
        </p:nvSpPr>
        <p:spPr>
          <a:xfrm>
            <a:off x="575813" y="2104785"/>
            <a:ext cx="1109149" cy="3525458"/>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456" h="1346745">
                <a:moveTo>
                  <a:pt x="137716" y="368860"/>
                </a:moveTo>
                <a:cubicBezTo>
                  <a:pt x="137716" y="356579"/>
                  <a:pt x="137716" y="344298"/>
                  <a:pt x="137285" y="332017"/>
                </a:cubicBezTo>
                <a:cubicBezTo>
                  <a:pt x="134053" y="217395"/>
                  <a:pt x="111436" y="100618"/>
                  <a:pt x="54999" y="0"/>
                </a:cubicBezTo>
                <a:cubicBezTo>
                  <a:pt x="128453" y="140908"/>
                  <a:pt x="136639" y="305301"/>
                  <a:pt x="120268" y="460644"/>
                </a:cubicBezTo>
                <a:cubicBezTo>
                  <a:pt x="107127" y="587548"/>
                  <a:pt x="77617" y="716606"/>
                  <a:pt x="57799" y="842648"/>
                </a:cubicBezTo>
                <a:cubicBezTo>
                  <a:pt x="40136" y="953176"/>
                  <a:pt x="-638" y="1098233"/>
                  <a:pt x="11209" y="1210054"/>
                </a:cubicBezTo>
                <a:cubicBezTo>
                  <a:pt x="6686" y="1273818"/>
                  <a:pt x="3144" y="1288379"/>
                  <a:pt x="6747" y="1301319"/>
                </a:cubicBezTo>
                <a:cubicBezTo>
                  <a:pt x="8388" y="1322265"/>
                  <a:pt x="-6700" y="1333721"/>
                  <a:pt x="3662" y="1342250"/>
                </a:cubicBezTo>
                <a:cubicBezTo>
                  <a:pt x="7539" y="1356147"/>
                  <a:pt x="66552" y="1332309"/>
                  <a:pt x="77617" y="1343798"/>
                </a:cubicBezTo>
                <a:lnTo>
                  <a:pt x="120052" y="1343798"/>
                </a:lnTo>
                <a:cubicBezTo>
                  <a:pt x="99157" y="1292950"/>
                  <a:pt x="85371" y="1239517"/>
                  <a:pt x="77186" y="1185222"/>
                </a:cubicBezTo>
                <a:cubicBezTo>
                  <a:pt x="60815" y="1072754"/>
                  <a:pt x="67923" y="958347"/>
                  <a:pt x="82355" y="846095"/>
                </a:cubicBezTo>
                <a:cubicBezTo>
                  <a:pt x="99588" y="711435"/>
                  <a:pt x="127160" y="575913"/>
                  <a:pt x="135346" y="439745"/>
                </a:cubicBezTo>
                <a:cubicBezTo>
                  <a:pt x="138147" y="392991"/>
                  <a:pt x="161841" y="349900"/>
                  <a:pt x="200615" y="323614"/>
                </a:cubicBezTo>
                <a:cubicBezTo>
                  <a:pt x="200830" y="323614"/>
                  <a:pt x="201046" y="323184"/>
                  <a:pt x="201476" y="322968"/>
                </a:cubicBezTo>
                <a:cubicBezTo>
                  <a:pt x="228618" y="304654"/>
                  <a:pt x="260283" y="292373"/>
                  <a:pt x="293456" y="288495"/>
                </a:cubicBezTo>
                <a:cubicBezTo>
                  <a:pt x="232280" y="291512"/>
                  <a:pt x="174981" y="320383"/>
                  <a:pt x="137931" y="368860"/>
                </a:cubicBezTo>
                <a:lnTo>
                  <a:pt x="137716" y="368860"/>
                </a:lnTo>
                <a:close/>
              </a:path>
            </a:pathLst>
          </a:custGeom>
          <a:gradFill flip="none" rotWithShape="1">
            <a:gsLst>
              <a:gs pos="0">
                <a:srgbClr val="68000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0" name="Freeform 25">
            <a:extLst>
              <a:ext uri="{FF2B5EF4-FFF2-40B4-BE49-F238E27FC236}">
                <a16:creationId xmlns:a16="http://schemas.microsoft.com/office/drawing/2014/main" id="{9F9C78DB-3413-79DC-4E18-7C18BD505453}"/>
              </a:ext>
            </a:extLst>
          </p:cNvPr>
          <p:cNvSpPr/>
          <p:nvPr/>
        </p:nvSpPr>
        <p:spPr>
          <a:xfrm>
            <a:off x="412653" y="919704"/>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8" name="Freeform 28">
            <a:extLst>
              <a:ext uri="{FF2B5EF4-FFF2-40B4-BE49-F238E27FC236}">
                <a16:creationId xmlns:a16="http://schemas.microsoft.com/office/drawing/2014/main" id="{CED5C071-2942-CCD4-545D-8D915D308264}"/>
              </a:ext>
            </a:extLst>
          </p:cNvPr>
          <p:cNvSpPr/>
          <p:nvPr/>
        </p:nvSpPr>
        <p:spPr>
          <a:xfrm flipH="1">
            <a:off x="567698" y="862124"/>
            <a:ext cx="519385" cy="2082792"/>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61223" h="955203">
                <a:moveTo>
                  <a:pt x="105483" y="368860"/>
                </a:moveTo>
                <a:cubicBezTo>
                  <a:pt x="105483" y="356579"/>
                  <a:pt x="105483" y="344298"/>
                  <a:pt x="105052" y="332017"/>
                </a:cubicBezTo>
                <a:cubicBezTo>
                  <a:pt x="101820" y="217395"/>
                  <a:pt x="79203" y="100618"/>
                  <a:pt x="22766" y="0"/>
                </a:cubicBezTo>
                <a:cubicBezTo>
                  <a:pt x="96220" y="140908"/>
                  <a:pt x="104406" y="305301"/>
                  <a:pt x="88035" y="460644"/>
                </a:cubicBezTo>
                <a:cubicBezTo>
                  <a:pt x="74894" y="587548"/>
                  <a:pt x="20879" y="783328"/>
                  <a:pt x="1061" y="909370"/>
                </a:cubicBezTo>
                <a:cubicBezTo>
                  <a:pt x="-4761" y="989297"/>
                  <a:pt x="14894" y="942618"/>
                  <a:pt x="23071" y="932072"/>
                </a:cubicBezTo>
                <a:cubicBezTo>
                  <a:pt x="40080" y="853801"/>
                  <a:pt x="78895" y="541155"/>
                  <a:pt x="103113" y="439745"/>
                </a:cubicBezTo>
                <a:cubicBezTo>
                  <a:pt x="105914" y="392991"/>
                  <a:pt x="129608" y="349900"/>
                  <a:pt x="168382" y="323614"/>
                </a:cubicBezTo>
                <a:cubicBezTo>
                  <a:pt x="168597" y="323614"/>
                  <a:pt x="168813" y="323184"/>
                  <a:pt x="169243" y="322968"/>
                </a:cubicBezTo>
                <a:cubicBezTo>
                  <a:pt x="196385" y="304654"/>
                  <a:pt x="228050" y="292373"/>
                  <a:pt x="261223" y="288495"/>
                </a:cubicBezTo>
                <a:cubicBezTo>
                  <a:pt x="200047" y="291512"/>
                  <a:pt x="142748" y="320383"/>
                  <a:pt x="105698" y="368860"/>
                </a:cubicBezTo>
                <a:lnTo>
                  <a:pt x="105483" y="368860"/>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 name="Freeform 28">
            <a:extLst>
              <a:ext uri="{FF2B5EF4-FFF2-40B4-BE49-F238E27FC236}">
                <a16:creationId xmlns:a16="http://schemas.microsoft.com/office/drawing/2014/main" id="{1F04E3F2-8A75-F6C0-C7B6-A894173312F1}"/>
              </a:ext>
            </a:extLst>
          </p:cNvPr>
          <p:cNvSpPr/>
          <p:nvPr/>
        </p:nvSpPr>
        <p:spPr>
          <a:xfrm>
            <a:off x="948573" y="1391638"/>
            <a:ext cx="623185" cy="83005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 name="csX0" fmla="*/ 82717 w 238457"/>
              <a:gd name="csY0" fmla="*/ 368860 h 932100"/>
              <a:gd name="csX1" fmla="*/ 82286 w 238457"/>
              <a:gd name="csY1" fmla="*/ 332017 h 932100"/>
              <a:gd name="csX2" fmla="*/ 0 w 238457"/>
              <a:gd name="csY2" fmla="*/ 0 h 932100"/>
              <a:gd name="csX3" fmla="*/ 65269 w 238457"/>
              <a:gd name="csY3" fmla="*/ 460644 h 932100"/>
              <a:gd name="csX4" fmla="*/ 305 w 238457"/>
              <a:gd name="csY4" fmla="*/ 932072 h 932100"/>
              <a:gd name="csX5" fmla="*/ 80347 w 238457"/>
              <a:gd name="csY5" fmla="*/ 439745 h 932100"/>
              <a:gd name="csX6" fmla="*/ 145616 w 238457"/>
              <a:gd name="csY6" fmla="*/ 323614 h 932100"/>
              <a:gd name="csX7" fmla="*/ 146477 w 238457"/>
              <a:gd name="csY7" fmla="*/ 322968 h 932100"/>
              <a:gd name="csX8" fmla="*/ 238457 w 238457"/>
              <a:gd name="csY8" fmla="*/ 288495 h 932100"/>
              <a:gd name="csX9" fmla="*/ 82932 w 238457"/>
              <a:gd name="csY9" fmla="*/ 368860 h 932100"/>
              <a:gd name="csX10" fmla="*/ 82717 w 238457"/>
              <a:gd name="csY10" fmla="*/ 368860 h 932100"/>
              <a:gd name="csX0" fmla="*/ 82717 w 238457"/>
              <a:gd name="csY0" fmla="*/ 368860 h 492900"/>
              <a:gd name="csX1" fmla="*/ 82286 w 238457"/>
              <a:gd name="csY1" fmla="*/ 332017 h 492900"/>
              <a:gd name="csX2" fmla="*/ 0 w 238457"/>
              <a:gd name="csY2" fmla="*/ 0 h 492900"/>
              <a:gd name="csX3" fmla="*/ 65269 w 238457"/>
              <a:gd name="csY3" fmla="*/ 460644 h 492900"/>
              <a:gd name="csX4" fmla="*/ 80347 w 238457"/>
              <a:gd name="csY4" fmla="*/ 439745 h 492900"/>
              <a:gd name="csX5" fmla="*/ 145616 w 238457"/>
              <a:gd name="csY5" fmla="*/ 323614 h 492900"/>
              <a:gd name="csX6" fmla="*/ 146477 w 238457"/>
              <a:gd name="csY6" fmla="*/ 322968 h 492900"/>
              <a:gd name="csX7" fmla="*/ 238457 w 238457"/>
              <a:gd name="csY7" fmla="*/ 288495 h 492900"/>
              <a:gd name="csX8" fmla="*/ 82932 w 238457"/>
              <a:gd name="csY8" fmla="*/ 368860 h 492900"/>
              <a:gd name="csX9" fmla="*/ 82717 w 238457"/>
              <a:gd name="csY9" fmla="*/ 368860 h 492900"/>
              <a:gd name="csX0" fmla="*/ 17448 w 173188"/>
              <a:gd name="csY0" fmla="*/ 256637 h 380677"/>
              <a:gd name="csX1" fmla="*/ 17017 w 173188"/>
              <a:gd name="csY1" fmla="*/ 219794 h 380677"/>
              <a:gd name="csX2" fmla="*/ 17938 w 173188"/>
              <a:gd name="csY2" fmla="*/ 0 h 380677"/>
              <a:gd name="csX3" fmla="*/ 0 w 173188"/>
              <a:gd name="csY3" fmla="*/ 348421 h 380677"/>
              <a:gd name="csX4" fmla="*/ 15078 w 173188"/>
              <a:gd name="csY4" fmla="*/ 327522 h 380677"/>
              <a:gd name="csX5" fmla="*/ 80347 w 173188"/>
              <a:gd name="csY5" fmla="*/ 211391 h 380677"/>
              <a:gd name="csX6" fmla="*/ 81208 w 173188"/>
              <a:gd name="csY6" fmla="*/ 210745 h 380677"/>
              <a:gd name="csX7" fmla="*/ 173188 w 173188"/>
              <a:gd name="csY7" fmla="*/ 176272 h 380677"/>
              <a:gd name="csX8" fmla="*/ 17663 w 173188"/>
              <a:gd name="csY8" fmla="*/ 256637 h 380677"/>
              <a:gd name="csX9" fmla="*/ 17448 w 173188"/>
              <a:gd name="csY9" fmla="*/ 256637 h 3806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3188" h="380677">
                <a:moveTo>
                  <a:pt x="17448" y="256637"/>
                </a:moveTo>
                <a:cubicBezTo>
                  <a:pt x="17448" y="244356"/>
                  <a:pt x="17448" y="232075"/>
                  <a:pt x="17017" y="219794"/>
                </a:cubicBezTo>
                <a:cubicBezTo>
                  <a:pt x="13785" y="105172"/>
                  <a:pt x="74375" y="100618"/>
                  <a:pt x="17938" y="0"/>
                </a:cubicBezTo>
                <a:cubicBezTo>
                  <a:pt x="91392" y="140908"/>
                  <a:pt x="16371" y="193078"/>
                  <a:pt x="0" y="348421"/>
                </a:cubicBezTo>
                <a:cubicBezTo>
                  <a:pt x="13391" y="421712"/>
                  <a:pt x="1687" y="350360"/>
                  <a:pt x="15078" y="327522"/>
                </a:cubicBezTo>
                <a:cubicBezTo>
                  <a:pt x="17879" y="280768"/>
                  <a:pt x="41573" y="237677"/>
                  <a:pt x="80347" y="211391"/>
                </a:cubicBezTo>
                <a:cubicBezTo>
                  <a:pt x="80562" y="211391"/>
                  <a:pt x="80778" y="210961"/>
                  <a:pt x="81208" y="210745"/>
                </a:cubicBezTo>
                <a:cubicBezTo>
                  <a:pt x="108350" y="192431"/>
                  <a:pt x="140015" y="180150"/>
                  <a:pt x="173188" y="176272"/>
                </a:cubicBezTo>
                <a:cubicBezTo>
                  <a:pt x="112012" y="179289"/>
                  <a:pt x="54713" y="208160"/>
                  <a:pt x="17663" y="256637"/>
                </a:cubicBezTo>
                <a:lnTo>
                  <a:pt x="17448" y="256637"/>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6" name="Freeform 28">
            <a:extLst>
              <a:ext uri="{FF2B5EF4-FFF2-40B4-BE49-F238E27FC236}">
                <a16:creationId xmlns:a16="http://schemas.microsoft.com/office/drawing/2014/main" id="{446D9FFB-B81E-06FF-4A5C-E685624B7713}"/>
              </a:ext>
            </a:extLst>
          </p:cNvPr>
          <p:cNvSpPr/>
          <p:nvPr/>
        </p:nvSpPr>
        <p:spPr>
          <a:xfrm>
            <a:off x="540251" y="4903256"/>
            <a:ext cx="519385" cy="183451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 name="csX0" fmla="*/ 137716 w 293456"/>
              <a:gd name="csY0" fmla="*/ 80365 h 1058250"/>
              <a:gd name="csX1" fmla="*/ 137285 w 293456"/>
              <a:gd name="csY1" fmla="*/ 43522 h 1058250"/>
              <a:gd name="csX2" fmla="*/ 120268 w 293456"/>
              <a:gd name="csY2" fmla="*/ 172149 h 1058250"/>
              <a:gd name="csX3" fmla="*/ 57799 w 293456"/>
              <a:gd name="csY3" fmla="*/ 554153 h 1058250"/>
              <a:gd name="csX4" fmla="*/ 11209 w 293456"/>
              <a:gd name="csY4" fmla="*/ 921559 h 1058250"/>
              <a:gd name="csX5" fmla="*/ 6747 w 293456"/>
              <a:gd name="csY5" fmla="*/ 1012824 h 1058250"/>
              <a:gd name="csX6" fmla="*/ 3662 w 293456"/>
              <a:gd name="csY6" fmla="*/ 1053755 h 1058250"/>
              <a:gd name="csX7" fmla="*/ 77617 w 293456"/>
              <a:gd name="csY7" fmla="*/ 1055303 h 1058250"/>
              <a:gd name="csX8" fmla="*/ 120052 w 293456"/>
              <a:gd name="csY8" fmla="*/ 1055303 h 1058250"/>
              <a:gd name="csX9" fmla="*/ 77186 w 293456"/>
              <a:gd name="csY9" fmla="*/ 896727 h 1058250"/>
              <a:gd name="csX10" fmla="*/ 82355 w 293456"/>
              <a:gd name="csY10" fmla="*/ 557600 h 1058250"/>
              <a:gd name="csX11" fmla="*/ 135346 w 293456"/>
              <a:gd name="csY11" fmla="*/ 151250 h 1058250"/>
              <a:gd name="csX12" fmla="*/ 200615 w 293456"/>
              <a:gd name="csY12" fmla="*/ 35119 h 1058250"/>
              <a:gd name="csX13" fmla="*/ 201476 w 293456"/>
              <a:gd name="csY13" fmla="*/ 34473 h 1058250"/>
              <a:gd name="csX14" fmla="*/ 293456 w 293456"/>
              <a:gd name="csY14" fmla="*/ 0 h 1058250"/>
              <a:gd name="csX15" fmla="*/ 137931 w 293456"/>
              <a:gd name="csY15" fmla="*/ 80365 h 1058250"/>
              <a:gd name="csX16" fmla="*/ 137716 w 293456"/>
              <a:gd name="csY16" fmla="*/ 80365 h 1058250"/>
              <a:gd name="csX0" fmla="*/ 137716 w 294424"/>
              <a:gd name="csY0" fmla="*/ 82135 h 1060020"/>
              <a:gd name="csX1" fmla="*/ 137285 w 294424"/>
              <a:gd name="csY1" fmla="*/ 45292 h 1060020"/>
              <a:gd name="csX2" fmla="*/ 120268 w 294424"/>
              <a:gd name="csY2" fmla="*/ 173919 h 1060020"/>
              <a:gd name="csX3" fmla="*/ 57799 w 294424"/>
              <a:gd name="csY3" fmla="*/ 555923 h 1060020"/>
              <a:gd name="csX4" fmla="*/ 11209 w 294424"/>
              <a:gd name="csY4" fmla="*/ 923329 h 1060020"/>
              <a:gd name="csX5" fmla="*/ 6747 w 294424"/>
              <a:gd name="csY5" fmla="*/ 1014594 h 1060020"/>
              <a:gd name="csX6" fmla="*/ 3662 w 294424"/>
              <a:gd name="csY6" fmla="*/ 1055525 h 1060020"/>
              <a:gd name="csX7" fmla="*/ 77617 w 294424"/>
              <a:gd name="csY7" fmla="*/ 1057073 h 1060020"/>
              <a:gd name="csX8" fmla="*/ 120052 w 294424"/>
              <a:gd name="csY8" fmla="*/ 1057073 h 1060020"/>
              <a:gd name="csX9" fmla="*/ 77186 w 294424"/>
              <a:gd name="csY9" fmla="*/ 898497 h 1060020"/>
              <a:gd name="csX10" fmla="*/ 82355 w 294424"/>
              <a:gd name="csY10" fmla="*/ 559370 h 1060020"/>
              <a:gd name="csX11" fmla="*/ 135346 w 294424"/>
              <a:gd name="csY11" fmla="*/ 153020 h 1060020"/>
              <a:gd name="csX12" fmla="*/ 200615 w 294424"/>
              <a:gd name="csY12" fmla="*/ 36889 h 1060020"/>
              <a:gd name="csX13" fmla="*/ 293456 w 294424"/>
              <a:gd name="csY13" fmla="*/ 1770 h 1060020"/>
              <a:gd name="csX14" fmla="*/ 137931 w 294424"/>
              <a:gd name="csY14" fmla="*/ 82135 h 1060020"/>
              <a:gd name="csX15" fmla="*/ 137716 w 294424"/>
              <a:gd name="csY15" fmla="*/ 82135 h 1060020"/>
              <a:gd name="csX0" fmla="*/ 137716 w 200617"/>
              <a:gd name="csY0" fmla="*/ 47059 h 1024944"/>
              <a:gd name="csX1" fmla="*/ 137285 w 200617"/>
              <a:gd name="csY1" fmla="*/ 10216 h 1024944"/>
              <a:gd name="csX2" fmla="*/ 120268 w 200617"/>
              <a:gd name="csY2" fmla="*/ 138843 h 1024944"/>
              <a:gd name="csX3" fmla="*/ 57799 w 200617"/>
              <a:gd name="csY3" fmla="*/ 520847 h 1024944"/>
              <a:gd name="csX4" fmla="*/ 11209 w 200617"/>
              <a:gd name="csY4" fmla="*/ 888253 h 1024944"/>
              <a:gd name="csX5" fmla="*/ 6747 w 200617"/>
              <a:gd name="csY5" fmla="*/ 979518 h 1024944"/>
              <a:gd name="csX6" fmla="*/ 3662 w 200617"/>
              <a:gd name="csY6" fmla="*/ 1020449 h 1024944"/>
              <a:gd name="csX7" fmla="*/ 77617 w 200617"/>
              <a:gd name="csY7" fmla="*/ 1021997 h 1024944"/>
              <a:gd name="csX8" fmla="*/ 120052 w 200617"/>
              <a:gd name="csY8" fmla="*/ 1021997 h 1024944"/>
              <a:gd name="csX9" fmla="*/ 77186 w 200617"/>
              <a:gd name="csY9" fmla="*/ 863421 h 1024944"/>
              <a:gd name="csX10" fmla="*/ 82355 w 200617"/>
              <a:gd name="csY10" fmla="*/ 524294 h 1024944"/>
              <a:gd name="csX11" fmla="*/ 135346 w 200617"/>
              <a:gd name="csY11" fmla="*/ 117944 h 1024944"/>
              <a:gd name="csX12" fmla="*/ 200615 w 200617"/>
              <a:gd name="csY12" fmla="*/ 1813 h 1024944"/>
              <a:gd name="csX13" fmla="*/ 137931 w 200617"/>
              <a:gd name="csY13" fmla="*/ 47059 h 1024944"/>
              <a:gd name="csX14" fmla="*/ 137716 w 200617"/>
              <a:gd name="csY14" fmla="*/ 47059 h 1024944"/>
              <a:gd name="csX0" fmla="*/ 137716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13" fmla="*/ 137716 w 140143"/>
              <a:gd name="csY13" fmla="*/ 36843 h 1014728"/>
              <a:gd name="csX0" fmla="*/ 137931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0" fmla="*/ 135346 w 140749"/>
              <a:gd name="csY0" fmla="*/ 108035 h 1015035"/>
              <a:gd name="csX1" fmla="*/ 137285 w 140749"/>
              <a:gd name="csY1" fmla="*/ 307 h 1015035"/>
              <a:gd name="csX2" fmla="*/ 120268 w 140749"/>
              <a:gd name="csY2" fmla="*/ 128934 h 1015035"/>
              <a:gd name="csX3" fmla="*/ 57799 w 140749"/>
              <a:gd name="csY3" fmla="*/ 510938 h 1015035"/>
              <a:gd name="csX4" fmla="*/ 11209 w 140749"/>
              <a:gd name="csY4" fmla="*/ 878344 h 1015035"/>
              <a:gd name="csX5" fmla="*/ 6747 w 140749"/>
              <a:gd name="csY5" fmla="*/ 969609 h 1015035"/>
              <a:gd name="csX6" fmla="*/ 3662 w 140749"/>
              <a:gd name="csY6" fmla="*/ 1010540 h 1015035"/>
              <a:gd name="csX7" fmla="*/ 77617 w 140749"/>
              <a:gd name="csY7" fmla="*/ 1012088 h 1015035"/>
              <a:gd name="csX8" fmla="*/ 120052 w 140749"/>
              <a:gd name="csY8" fmla="*/ 1012088 h 1015035"/>
              <a:gd name="csX9" fmla="*/ 77186 w 140749"/>
              <a:gd name="csY9" fmla="*/ 853512 h 1015035"/>
              <a:gd name="csX10" fmla="*/ 82355 w 140749"/>
              <a:gd name="csY10" fmla="*/ 514385 h 1015035"/>
              <a:gd name="csX11" fmla="*/ 135346 w 140749"/>
              <a:gd name="csY11" fmla="*/ 108035 h 1015035"/>
              <a:gd name="csX0" fmla="*/ 135346 w 137484"/>
              <a:gd name="csY0" fmla="*/ 39889 h 946889"/>
              <a:gd name="csX1" fmla="*/ 120268 w 137484"/>
              <a:gd name="csY1" fmla="*/ 60788 h 946889"/>
              <a:gd name="csX2" fmla="*/ 57799 w 137484"/>
              <a:gd name="csY2" fmla="*/ 442792 h 946889"/>
              <a:gd name="csX3" fmla="*/ 11209 w 137484"/>
              <a:gd name="csY3" fmla="*/ 810198 h 946889"/>
              <a:gd name="csX4" fmla="*/ 6747 w 137484"/>
              <a:gd name="csY4" fmla="*/ 901463 h 946889"/>
              <a:gd name="csX5" fmla="*/ 3662 w 137484"/>
              <a:gd name="csY5" fmla="*/ 942394 h 946889"/>
              <a:gd name="csX6" fmla="*/ 77617 w 137484"/>
              <a:gd name="csY6" fmla="*/ 943942 h 946889"/>
              <a:gd name="csX7" fmla="*/ 120052 w 137484"/>
              <a:gd name="csY7" fmla="*/ 943942 h 946889"/>
              <a:gd name="csX8" fmla="*/ 77186 w 137484"/>
              <a:gd name="csY8" fmla="*/ 785366 h 946889"/>
              <a:gd name="csX9" fmla="*/ 82355 w 137484"/>
              <a:gd name="csY9" fmla="*/ 446239 h 946889"/>
              <a:gd name="csX10" fmla="*/ 135346 w 137484"/>
              <a:gd name="csY10" fmla="*/ 39889 h 946889"/>
              <a:gd name="csX0" fmla="*/ 135346 w 135346"/>
              <a:gd name="csY0" fmla="*/ 1 h 907001"/>
              <a:gd name="csX1" fmla="*/ 57799 w 135346"/>
              <a:gd name="csY1" fmla="*/ 402904 h 907001"/>
              <a:gd name="csX2" fmla="*/ 11209 w 135346"/>
              <a:gd name="csY2" fmla="*/ 770310 h 907001"/>
              <a:gd name="csX3" fmla="*/ 6747 w 135346"/>
              <a:gd name="csY3" fmla="*/ 861575 h 907001"/>
              <a:gd name="csX4" fmla="*/ 3662 w 135346"/>
              <a:gd name="csY4" fmla="*/ 902506 h 907001"/>
              <a:gd name="csX5" fmla="*/ 77617 w 135346"/>
              <a:gd name="csY5" fmla="*/ 904054 h 907001"/>
              <a:gd name="csX6" fmla="*/ 120052 w 135346"/>
              <a:gd name="csY6" fmla="*/ 904054 h 907001"/>
              <a:gd name="csX7" fmla="*/ 77186 w 135346"/>
              <a:gd name="csY7" fmla="*/ 745478 h 907001"/>
              <a:gd name="csX8" fmla="*/ 82355 w 135346"/>
              <a:gd name="csY8" fmla="*/ 406351 h 907001"/>
              <a:gd name="csX9" fmla="*/ 135346 w 135346"/>
              <a:gd name="csY9" fmla="*/ 1 h 907001"/>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77186 w 120052"/>
              <a:gd name="csY7" fmla="*/ 385096 h 546619"/>
              <a:gd name="csX8" fmla="*/ 82355 w 120052"/>
              <a:gd name="csY8" fmla="*/ 45969 h 546619"/>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92893 w 120052"/>
              <a:gd name="csY7" fmla="*/ 369397 h 546619"/>
              <a:gd name="csX8" fmla="*/ 82355 w 120052"/>
              <a:gd name="csY8" fmla="*/ 45969 h 546619"/>
              <a:gd name="csX0" fmla="*/ 80784 w 120052"/>
              <a:gd name="csY0" fmla="*/ 199646 h 515831"/>
              <a:gd name="csX1" fmla="*/ 57799 w 120052"/>
              <a:gd name="csY1" fmla="*/ 11734 h 515831"/>
              <a:gd name="csX2" fmla="*/ 11209 w 120052"/>
              <a:gd name="csY2" fmla="*/ 379140 h 515831"/>
              <a:gd name="csX3" fmla="*/ 6747 w 120052"/>
              <a:gd name="csY3" fmla="*/ 470405 h 515831"/>
              <a:gd name="csX4" fmla="*/ 3662 w 120052"/>
              <a:gd name="csY4" fmla="*/ 511336 h 515831"/>
              <a:gd name="csX5" fmla="*/ 77617 w 120052"/>
              <a:gd name="csY5" fmla="*/ 512884 h 515831"/>
              <a:gd name="csX6" fmla="*/ 120052 w 120052"/>
              <a:gd name="csY6" fmla="*/ 512884 h 515831"/>
              <a:gd name="csX7" fmla="*/ 92893 w 120052"/>
              <a:gd name="csY7" fmla="*/ 338609 h 515831"/>
              <a:gd name="csX8" fmla="*/ 80784 w 120052"/>
              <a:gd name="csY8" fmla="*/ 199646 h 515831"/>
              <a:gd name="csX0" fmla="*/ 80784 w 120052"/>
              <a:gd name="csY0" fmla="*/ 48110 h 364295"/>
              <a:gd name="csX1" fmla="*/ 27956 w 120052"/>
              <a:gd name="csY1" fmla="*/ 40738 h 364295"/>
              <a:gd name="csX2" fmla="*/ 11209 w 120052"/>
              <a:gd name="csY2" fmla="*/ 227604 h 364295"/>
              <a:gd name="csX3" fmla="*/ 6747 w 120052"/>
              <a:gd name="csY3" fmla="*/ 318869 h 364295"/>
              <a:gd name="csX4" fmla="*/ 3662 w 120052"/>
              <a:gd name="csY4" fmla="*/ 359800 h 364295"/>
              <a:gd name="csX5" fmla="*/ 77617 w 120052"/>
              <a:gd name="csY5" fmla="*/ 361348 h 364295"/>
              <a:gd name="csX6" fmla="*/ 120052 w 120052"/>
              <a:gd name="csY6" fmla="*/ 361348 h 364295"/>
              <a:gd name="csX7" fmla="*/ 92893 w 120052"/>
              <a:gd name="csY7" fmla="*/ 187073 h 364295"/>
              <a:gd name="csX8" fmla="*/ 80784 w 120052"/>
              <a:gd name="csY8" fmla="*/ 48110 h 364295"/>
              <a:gd name="csX0" fmla="*/ 92893 w 120052"/>
              <a:gd name="csY0" fmla="*/ 146662 h 323884"/>
              <a:gd name="csX1" fmla="*/ 27956 w 120052"/>
              <a:gd name="csY1" fmla="*/ 327 h 323884"/>
              <a:gd name="csX2" fmla="*/ 11209 w 120052"/>
              <a:gd name="csY2" fmla="*/ 187193 h 323884"/>
              <a:gd name="csX3" fmla="*/ 6747 w 120052"/>
              <a:gd name="csY3" fmla="*/ 278458 h 323884"/>
              <a:gd name="csX4" fmla="*/ 3662 w 120052"/>
              <a:gd name="csY4" fmla="*/ 319389 h 323884"/>
              <a:gd name="csX5" fmla="*/ 77617 w 120052"/>
              <a:gd name="csY5" fmla="*/ 320937 h 323884"/>
              <a:gd name="csX6" fmla="*/ 120052 w 120052"/>
              <a:gd name="csY6" fmla="*/ 320937 h 323884"/>
              <a:gd name="csX7" fmla="*/ 92893 w 120052"/>
              <a:gd name="csY7" fmla="*/ 146662 h 323884"/>
              <a:gd name="csX0" fmla="*/ 92893 w 120052"/>
              <a:gd name="csY0" fmla="*/ 150479 h 327701"/>
              <a:gd name="csX1" fmla="*/ 72647 w 120052"/>
              <a:gd name="csY1" fmla="*/ 59128 h 327701"/>
              <a:gd name="csX2" fmla="*/ 27956 w 120052"/>
              <a:gd name="csY2" fmla="*/ 4144 h 327701"/>
              <a:gd name="csX3" fmla="*/ 11209 w 120052"/>
              <a:gd name="csY3" fmla="*/ 191010 h 327701"/>
              <a:gd name="csX4" fmla="*/ 6747 w 120052"/>
              <a:gd name="csY4" fmla="*/ 282275 h 327701"/>
              <a:gd name="csX5" fmla="*/ 3662 w 120052"/>
              <a:gd name="csY5" fmla="*/ 323206 h 327701"/>
              <a:gd name="csX6" fmla="*/ 77617 w 120052"/>
              <a:gd name="csY6" fmla="*/ 324754 h 327701"/>
              <a:gd name="csX7" fmla="*/ 120052 w 120052"/>
              <a:gd name="csY7" fmla="*/ 324754 h 327701"/>
              <a:gd name="csX8" fmla="*/ 92893 w 120052"/>
              <a:gd name="csY8" fmla="*/ 150479 h 327701"/>
              <a:gd name="csX0" fmla="*/ 92893 w 120052"/>
              <a:gd name="csY0" fmla="*/ 150066 h 327288"/>
              <a:gd name="csX1" fmla="*/ 94048 w 120052"/>
              <a:gd name="csY1" fmla="*/ 104468 h 327288"/>
              <a:gd name="csX2" fmla="*/ 72647 w 120052"/>
              <a:gd name="csY2" fmla="*/ 58715 h 327288"/>
              <a:gd name="csX3" fmla="*/ 27956 w 120052"/>
              <a:gd name="csY3" fmla="*/ 3731 h 327288"/>
              <a:gd name="csX4" fmla="*/ 11209 w 120052"/>
              <a:gd name="csY4" fmla="*/ 190597 h 327288"/>
              <a:gd name="csX5" fmla="*/ 6747 w 120052"/>
              <a:gd name="csY5" fmla="*/ 281862 h 327288"/>
              <a:gd name="csX6" fmla="*/ 3662 w 120052"/>
              <a:gd name="csY6" fmla="*/ 322793 h 327288"/>
              <a:gd name="csX7" fmla="*/ 77617 w 120052"/>
              <a:gd name="csY7" fmla="*/ 324341 h 327288"/>
              <a:gd name="csX8" fmla="*/ 120052 w 120052"/>
              <a:gd name="csY8" fmla="*/ 324341 h 327288"/>
              <a:gd name="csX9" fmla="*/ 92893 w 120052"/>
              <a:gd name="csY9" fmla="*/ 150066 h 327288"/>
              <a:gd name="csX0" fmla="*/ 92893 w 104184"/>
              <a:gd name="csY0" fmla="*/ 150066 h 327288"/>
              <a:gd name="csX1" fmla="*/ 94048 w 104184"/>
              <a:gd name="csY1" fmla="*/ 104468 h 327288"/>
              <a:gd name="csX2" fmla="*/ 72647 w 104184"/>
              <a:gd name="csY2" fmla="*/ 58715 h 327288"/>
              <a:gd name="csX3" fmla="*/ 27956 w 104184"/>
              <a:gd name="csY3" fmla="*/ 3731 h 327288"/>
              <a:gd name="csX4" fmla="*/ 11209 w 104184"/>
              <a:gd name="csY4" fmla="*/ 190597 h 327288"/>
              <a:gd name="csX5" fmla="*/ 6747 w 104184"/>
              <a:gd name="csY5" fmla="*/ 281862 h 327288"/>
              <a:gd name="csX6" fmla="*/ 3662 w 104184"/>
              <a:gd name="csY6" fmla="*/ 322793 h 327288"/>
              <a:gd name="csX7" fmla="*/ 77617 w 104184"/>
              <a:gd name="csY7" fmla="*/ 324341 h 327288"/>
              <a:gd name="csX8" fmla="*/ 104184 w 104184"/>
              <a:gd name="csY8" fmla="*/ 324341 h 327288"/>
              <a:gd name="csX9" fmla="*/ 92893 w 104184"/>
              <a:gd name="csY9" fmla="*/ 150066 h 327288"/>
              <a:gd name="csX0" fmla="*/ 92893 w 104184"/>
              <a:gd name="csY0" fmla="*/ 198834 h 376056"/>
              <a:gd name="csX1" fmla="*/ 94048 w 104184"/>
              <a:gd name="csY1" fmla="*/ 153236 h 376056"/>
              <a:gd name="csX2" fmla="*/ 72647 w 104184"/>
              <a:gd name="csY2" fmla="*/ 107483 h 376056"/>
              <a:gd name="csX3" fmla="*/ 58346 w 104184"/>
              <a:gd name="csY3" fmla="*/ 1597 h 376056"/>
              <a:gd name="csX4" fmla="*/ 27956 w 104184"/>
              <a:gd name="csY4" fmla="*/ 52499 h 376056"/>
              <a:gd name="csX5" fmla="*/ 11209 w 104184"/>
              <a:gd name="csY5" fmla="*/ 239365 h 376056"/>
              <a:gd name="csX6" fmla="*/ 6747 w 104184"/>
              <a:gd name="csY6" fmla="*/ 330630 h 376056"/>
              <a:gd name="csX7" fmla="*/ 3662 w 104184"/>
              <a:gd name="csY7" fmla="*/ 371561 h 376056"/>
              <a:gd name="csX8" fmla="*/ 77617 w 104184"/>
              <a:gd name="csY8" fmla="*/ 373109 h 376056"/>
              <a:gd name="csX9" fmla="*/ 104184 w 104184"/>
              <a:gd name="csY9" fmla="*/ 373109 h 376056"/>
              <a:gd name="csX10" fmla="*/ 92893 w 104184"/>
              <a:gd name="csY10" fmla="*/ 198834 h 376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4184" h="376056">
                <a:moveTo>
                  <a:pt x="92893" y="198834"/>
                </a:moveTo>
                <a:cubicBezTo>
                  <a:pt x="86576" y="162189"/>
                  <a:pt x="97422" y="168461"/>
                  <a:pt x="94048" y="153236"/>
                </a:cubicBezTo>
                <a:cubicBezTo>
                  <a:pt x="90674" y="138011"/>
                  <a:pt x="79258" y="121172"/>
                  <a:pt x="72647" y="107483"/>
                </a:cubicBezTo>
                <a:cubicBezTo>
                  <a:pt x="66036" y="93794"/>
                  <a:pt x="65795" y="10761"/>
                  <a:pt x="58346" y="1597"/>
                </a:cubicBezTo>
                <a:cubicBezTo>
                  <a:pt x="50898" y="-7567"/>
                  <a:pt x="35151" y="24454"/>
                  <a:pt x="27956" y="52499"/>
                </a:cubicBezTo>
                <a:cubicBezTo>
                  <a:pt x="10293" y="163027"/>
                  <a:pt x="-638" y="127544"/>
                  <a:pt x="11209" y="239365"/>
                </a:cubicBezTo>
                <a:cubicBezTo>
                  <a:pt x="6686" y="303129"/>
                  <a:pt x="3144" y="317690"/>
                  <a:pt x="6747" y="330630"/>
                </a:cubicBezTo>
                <a:cubicBezTo>
                  <a:pt x="8388" y="351576"/>
                  <a:pt x="-6700" y="363032"/>
                  <a:pt x="3662" y="371561"/>
                </a:cubicBezTo>
                <a:cubicBezTo>
                  <a:pt x="7539" y="385458"/>
                  <a:pt x="66552" y="361620"/>
                  <a:pt x="77617" y="373109"/>
                </a:cubicBezTo>
                <a:lnTo>
                  <a:pt x="104184" y="373109"/>
                </a:lnTo>
                <a:cubicBezTo>
                  <a:pt x="83289" y="322261"/>
                  <a:pt x="101078" y="253129"/>
                  <a:pt x="92893" y="198834"/>
                </a:cubicBezTo>
                <a:close/>
              </a:path>
            </a:pathLst>
          </a:custGeom>
          <a:gradFill flip="none" rotWithShape="1">
            <a:gsLst>
              <a:gs pos="0">
                <a:srgbClr val="680000"/>
              </a:gs>
              <a:gs pos="10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1" name="Freeform 25">
            <a:extLst>
              <a:ext uri="{FF2B5EF4-FFF2-40B4-BE49-F238E27FC236}">
                <a16:creationId xmlns:a16="http://schemas.microsoft.com/office/drawing/2014/main" id="{E59502B2-F70F-2503-270C-47EB7CB07A9D}"/>
              </a:ext>
            </a:extLst>
          </p:cNvPr>
          <p:cNvSpPr/>
          <p:nvPr/>
        </p:nvSpPr>
        <p:spPr>
          <a:xfrm rot="19671096">
            <a:off x="171655" y="-157120"/>
            <a:ext cx="519385" cy="79484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2" name="Arc 31">
            <a:extLst>
              <a:ext uri="{FF2B5EF4-FFF2-40B4-BE49-F238E27FC236}">
                <a16:creationId xmlns:a16="http://schemas.microsoft.com/office/drawing/2014/main" id="{4E376EE1-D688-DD07-0D10-08418CE7CECC}"/>
              </a:ext>
            </a:extLst>
          </p:cNvPr>
          <p:cNvSpPr/>
          <p:nvPr/>
        </p:nvSpPr>
        <p:spPr>
          <a:xfrm rot="20828105">
            <a:off x="277028" y="164696"/>
            <a:ext cx="663813" cy="2177506"/>
          </a:xfrm>
          <a:prstGeom prst="arc">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33" name="Freeform: Shape 32">
            <a:extLst>
              <a:ext uri="{FF2B5EF4-FFF2-40B4-BE49-F238E27FC236}">
                <a16:creationId xmlns:a16="http://schemas.microsoft.com/office/drawing/2014/main" id="{2563F6FC-D6BD-6334-90F1-243B9EDD01CF}"/>
              </a:ext>
            </a:extLst>
          </p:cNvPr>
          <p:cNvSpPr/>
          <p:nvPr/>
        </p:nvSpPr>
        <p:spPr>
          <a:xfrm>
            <a:off x="893852" y="328774"/>
            <a:ext cx="1263721" cy="1387011"/>
          </a:xfrm>
          <a:custGeom>
            <a:avLst/>
            <a:gdLst>
              <a:gd name="csX0" fmla="*/ 0 w 1263721"/>
              <a:gd name="csY0" fmla="*/ 1387011 h 1387011"/>
              <a:gd name="csX1" fmla="*/ 297950 w 1263721"/>
              <a:gd name="csY1" fmla="*/ 852755 h 1387011"/>
              <a:gd name="csX2" fmla="*/ 421240 w 1263721"/>
              <a:gd name="csY2" fmla="*/ 462337 h 1387011"/>
              <a:gd name="csX3" fmla="*/ 914400 w 1263721"/>
              <a:gd name="csY3" fmla="*/ 287676 h 1387011"/>
              <a:gd name="csX4" fmla="*/ 1068512 w 1263721"/>
              <a:gd name="csY4" fmla="*/ 102741 h 1387011"/>
              <a:gd name="csX5" fmla="*/ 1263721 w 1263721"/>
              <a:gd name="csY5" fmla="*/ 0 h 1387011"/>
              <a:gd name="csX6" fmla="*/ 1263721 w 1263721"/>
              <a:gd name="csY6" fmla="*/ 0 h 13870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63721" h="1387011">
                <a:moveTo>
                  <a:pt x="0" y="1387011"/>
                </a:moveTo>
                <a:cubicBezTo>
                  <a:pt x="113871" y="1196939"/>
                  <a:pt x="227743" y="1006867"/>
                  <a:pt x="297950" y="852755"/>
                </a:cubicBezTo>
                <a:cubicBezTo>
                  <a:pt x="368157" y="698643"/>
                  <a:pt x="318498" y="556517"/>
                  <a:pt x="421240" y="462337"/>
                </a:cubicBezTo>
                <a:cubicBezTo>
                  <a:pt x="523982" y="368157"/>
                  <a:pt x="806521" y="347609"/>
                  <a:pt x="914400" y="287676"/>
                </a:cubicBezTo>
                <a:cubicBezTo>
                  <a:pt x="1022279" y="227743"/>
                  <a:pt x="1010292" y="150687"/>
                  <a:pt x="1068512" y="102741"/>
                </a:cubicBezTo>
                <a:cubicBezTo>
                  <a:pt x="1126732" y="54795"/>
                  <a:pt x="1263721" y="0"/>
                  <a:pt x="1263721" y="0"/>
                </a:cubicBezTo>
                <a:lnTo>
                  <a:pt x="1263721" y="0"/>
                </a:lnTo>
              </a:path>
            </a:pathLst>
          </a:cu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34" name="Freeform: Shape 33">
            <a:extLst>
              <a:ext uri="{FF2B5EF4-FFF2-40B4-BE49-F238E27FC236}">
                <a16:creationId xmlns:a16="http://schemas.microsoft.com/office/drawing/2014/main" id="{D4092DA8-6109-8A0C-57F0-7E07F7D317B2}"/>
              </a:ext>
            </a:extLst>
          </p:cNvPr>
          <p:cNvSpPr/>
          <p:nvPr/>
        </p:nvSpPr>
        <p:spPr>
          <a:xfrm>
            <a:off x="1190624" y="82194"/>
            <a:ext cx="494338" cy="1047964"/>
          </a:xfrm>
          <a:custGeom>
            <a:avLst/>
            <a:gdLst>
              <a:gd name="csX0" fmla="*/ 1178 w 494338"/>
              <a:gd name="csY0" fmla="*/ 1047964 h 1047964"/>
              <a:gd name="csX1" fmla="*/ 42275 w 494338"/>
              <a:gd name="csY1" fmla="*/ 626724 h 1047964"/>
              <a:gd name="csX2" fmla="*/ 278580 w 494338"/>
              <a:gd name="csY2" fmla="*/ 195209 h 1047964"/>
              <a:gd name="csX3" fmla="*/ 494338 w 494338"/>
              <a:gd name="csY3" fmla="*/ 0 h 1047964"/>
              <a:gd name="csX4" fmla="*/ 494338 w 494338"/>
              <a:gd name="csY4" fmla="*/ 0 h 1047964"/>
            </a:gdLst>
            <a:ahLst/>
            <a:cxnLst>
              <a:cxn ang="0">
                <a:pos x="csX0" y="csY0"/>
              </a:cxn>
              <a:cxn ang="0">
                <a:pos x="csX1" y="csY1"/>
              </a:cxn>
              <a:cxn ang="0">
                <a:pos x="csX2" y="csY2"/>
              </a:cxn>
              <a:cxn ang="0">
                <a:pos x="csX3" y="csY3"/>
              </a:cxn>
              <a:cxn ang="0">
                <a:pos x="csX4" y="csY4"/>
              </a:cxn>
            </a:cxnLst>
            <a:rect l="l" t="t" r="r" b="b"/>
            <a:pathLst>
              <a:path w="494338" h="1047964">
                <a:moveTo>
                  <a:pt x="1178" y="1047964"/>
                </a:moveTo>
                <a:cubicBezTo>
                  <a:pt x="-1391" y="908407"/>
                  <a:pt x="-3959" y="768850"/>
                  <a:pt x="42275" y="626724"/>
                </a:cubicBezTo>
                <a:cubicBezTo>
                  <a:pt x="88509" y="484598"/>
                  <a:pt x="203236" y="299663"/>
                  <a:pt x="278580" y="195209"/>
                </a:cubicBezTo>
                <a:cubicBezTo>
                  <a:pt x="353924" y="90755"/>
                  <a:pt x="494338" y="0"/>
                  <a:pt x="494338" y="0"/>
                </a:cubicBezTo>
                <a:lnTo>
                  <a:pt x="494338" y="0"/>
                </a:lnTo>
              </a:path>
            </a:pathLst>
          </a:cu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
        <p:nvSpPr>
          <p:cNvPr id="12" name="Freeform: Shape 11">
            <a:extLst>
              <a:ext uri="{FF2B5EF4-FFF2-40B4-BE49-F238E27FC236}">
                <a16:creationId xmlns:a16="http://schemas.microsoft.com/office/drawing/2014/main" id="{28B10417-1459-D246-87B2-A18BFFA52DCF}"/>
              </a:ext>
            </a:extLst>
          </p:cNvPr>
          <p:cNvSpPr/>
          <p:nvPr/>
        </p:nvSpPr>
        <p:spPr>
          <a:xfrm>
            <a:off x="0" y="6571489"/>
            <a:ext cx="1981126" cy="65646"/>
          </a:xfrm>
          <a:custGeom>
            <a:avLst/>
            <a:gdLst>
              <a:gd name="csX0" fmla="*/ 0 w 2065106"/>
              <a:gd name="csY0" fmla="*/ 71919 h 143838"/>
              <a:gd name="csX1" fmla="*/ 328773 w 2065106"/>
              <a:gd name="csY1" fmla="*/ 113016 h 143838"/>
              <a:gd name="csX2" fmla="*/ 523982 w 2065106"/>
              <a:gd name="csY2" fmla="*/ 143838 h 143838"/>
              <a:gd name="csX3" fmla="*/ 811658 w 2065106"/>
              <a:gd name="csY3" fmla="*/ 133564 h 143838"/>
              <a:gd name="csX4" fmla="*/ 955497 w 2065106"/>
              <a:gd name="csY4" fmla="*/ 102742 h 143838"/>
              <a:gd name="csX5" fmla="*/ 1089061 w 2065106"/>
              <a:gd name="csY5" fmla="*/ 82193 h 143838"/>
              <a:gd name="csX6" fmla="*/ 1171254 w 2065106"/>
              <a:gd name="csY6" fmla="*/ 51371 h 143838"/>
              <a:gd name="csX7" fmla="*/ 1315092 w 2065106"/>
              <a:gd name="csY7" fmla="*/ 10274 h 143838"/>
              <a:gd name="csX8" fmla="*/ 1345915 w 2065106"/>
              <a:gd name="csY8" fmla="*/ 0 h 143838"/>
              <a:gd name="csX9" fmla="*/ 1469204 w 2065106"/>
              <a:gd name="csY9" fmla="*/ 10274 h 143838"/>
              <a:gd name="csX10" fmla="*/ 1541124 w 2065106"/>
              <a:gd name="csY10" fmla="*/ 41097 h 143838"/>
              <a:gd name="csX11" fmla="*/ 1654139 w 2065106"/>
              <a:gd name="csY11" fmla="*/ 61645 h 143838"/>
              <a:gd name="csX12" fmla="*/ 1736333 w 2065106"/>
              <a:gd name="csY12" fmla="*/ 71919 h 143838"/>
              <a:gd name="csX13" fmla="*/ 2065106 w 2065106"/>
              <a:gd name="csY13" fmla="*/ 71919 h 143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5106" h="143838">
                <a:moveTo>
                  <a:pt x="0" y="71919"/>
                </a:moveTo>
                <a:lnTo>
                  <a:pt x="328773" y="113016"/>
                </a:lnTo>
                <a:cubicBezTo>
                  <a:pt x="394037" y="121974"/>
                  <a:pt x="458166" y="141037"/>
                  <a:pt x="523982" y="143838"/>
                </a:cubicBezTo>
                <a:lnTo>
                  <a:pt x="811658" y="133564"/>
                </a:lnTo>
                <a:cubicBezTo>
                  <a:pt x="859604" y="123290"/>
                  <a:pt x="907282" y="111671"/>
                  <a:pt x="955497" y="102742"/>
                </a:cubicBezTo>
                <a:cubicBezTo>
                  <a:pt x="999789" y="94540"/>
                  <a:pt x="1045241" y="92626"/>
                  <a:pt x="1089061" y="82193"/>
                </a:cubicBezTo>
                <a:cubicBezTo>
                  <a:pt x="1117526" y="75416"/>
                  <a:pt x="1143371" y="60243"/>
                  <a:pt x="1171254" y="51371"/>
                </a:cubicBezTo>
                <a:cubicBezTo>
                  <a:pt x="1218771" y="36252"/>
                  <a:pt x="1267786" y="26042"/>
                  <a:pt x="1315092" y="10274"/>
                </a:cubicBezTo>
                <a:lnTo>
                  <a:pt x="1345915" y="0"/>
                </a:lnTo>
                <a:cubicBezTo>
                  <a:pt x="1387011" y="3425"/>
                  <a:pt x="1428327" y="4824"/>
                  <a:pt x="1469204" y="10274"/>
                </a:cubicBezTo>
                <a:cubicBezTo>
                  <a:pt x="1499132" y="14264"/>
                  <a:pt x="1512154" y="31440"/>
                  <a:pt x="1541124" y="41097"/>
                </a:cubicBezTo>
                <a:cubicBezTo>
                  <a:pt x="1554399" y="45522"/>
                  <a:pt x="1645083" y="60351"/>
                  <a:pt x="1654139" y="61645"/>
                </a:cubicBezTo>
                <a:cubicBezTo>
                  <a:pt x="1681473" y="65550"/>
                  <a:pt x="1708730" y="71229"/>
                  <a:pt x="1736333" y="71919"/>
                </a:cubicBezTo>
                <a:cubicBezTo>
                  <a:pt x="1845890" y="74658"/>
                  <a:pt x="1955515" y="71919"/>
                  <a:pt x="2065106" y="71919"/>
                </a:cubicBezTo>
              </a:path>
            </a:pathLst>
          </a:cu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571DE3A-B890-6231-F6D4-D662B1AE3D27}"/>
              </a:ext>
            </a:extLst>
          </p:cNvPr>
          <p:cNvSpPr txBox="1"/>
          <p:nvPr/>
        </p:nvSpPr>
        <p:spPr>
          <a:xfrm>
            <a:off x="3017759" y="0"/>
            <a:ext cx="3956210" cy="553998"/>
          </a:xfrm>
          <a:prstGeom prst="rect">
            <a:avLst/>
          </a:prstGeom>
          <a:noFill/>
        </p:spPr>
        <p:txBody>
          <a:bodyPr wrap="square">
            <a:spAutoFit/>
          </a:bodyPr>
          <a:lstStyle/>
          <a:p>
            <a:r>
              <a:rPr lang="en-US" sz="3000">
                <a:latin typeface="Times New Roman" panose="02020603050405020304" pitchFamily="18" charset="0"/>
                <a:cs typeface="Times New Roman" panose="02020603050405020304" pitchFamily="18" charset="0"/>
              </a:rPr>
              <a:t> </a:t>
            </a:r>
          </a:p>
        </p:txBody>
      </p:sp>
      <p:sp>
        <p:nvSpPr>
          <p:cNvPr id="15" name="Arrow: Pentagon 14">
            <a:extLst>
              <a:ext uri="{FF2B5EF4-FFF2-40B4-BE49-F238E27FC236}">
                <a16:creationId xmlns:a16="http://schemas.microsoft.com/office/drawing/2014/main" id="{BF256B3F-5814-2094-470C-DDC41D612C20}"/>
              </a:ext>
            </a:extLst>
          </p:cNvPr>
          <p:cNvSpPr/>
          <p:nvPr/>
        </p:nvSpPr>
        <p:spPr>
          <a:xfrm>
            <a:off x="2813349" y="7505"/>
            <a:ext cx="2612924" cy="54967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000" dirty="0">
                <a:latin typeface="Times New Roman" panose="02020603050405020304" pitchFamily="18" charset="0"/>
                <a:cs typeface="Times New Roman" panose="02020603050405020304" pitchFamily="18" charset="0"/>
              </a:rPr>
              <a:t>Background</a:t>
            </a:r>
            <a:endParaRPr lang="en-US" sz="3000" dirty="0"/>
          </a:p>
        </p:txBody>
      </p:sp>
      <p:sp>
        <p:nvSpPr>
          <p:cNvPr id="16" name="TextBox 15">
            <a:extLst>
              <a:ext uri="{FF2B5EF4-FFF2-40B4-BE49-F238E27FC236}">
                <a16:creationId xmlns:a16="http://schemas.microsoft.com/office/drawing/2014/main" id="{D90D9718-69C1-9911-B11A-FD008A39892B}"/>
              </a:ext>
            </a:extLst>
          </p:cNvPr>
          <p:cNvSpPr txBox="1"/>
          <p:nvPr/>
        </p:nvSpPr>
        <p:spPr>
          <a:xfrm>
            <a:off x="2086383" y="1974599"/>
            <a:ext cx="9810053" cy="3970318"/>
          </a:xfrm>
          <a:prstGeom prst="rect">
            <a:avLst/>
          </a:prstGeom>
          <a:noFill/>
        </p:spPr>
        <p:txBody>
          <a:bodyPr wrap="square">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Tropical forests are now widely recognized as pathways for the flux of GHGs such as carbon dioxide (CO₂), methane (CH₄), and nitrous oxide (N₂O) through tree stems </a:t>
            </a:r>
            <a:r>
              <a:rPr lang="en-US" sz="1400" dirty="0">
                <a:latin typeface="Times New Roman" panose="02020603050405020304" pitchFamily="18" charset="0"/>
                <a:cs typeface="Times New Roman" panose="02020603050405020304" pitchFamily="18" charset="0"/>
              </a:rPr>
              <a:t>(Covey et al., 2012; </a:t>
            </a:r>
            <a:r>
              <a:rPr lang="en-US" sz="1400" dirty="0" err="1">
                <a:latin typeface="Times New Roman" panose="02020603050405020304" pitchFamily="18" charset="0"/>
                <a:cs typeface="Times New Roman" panose="02020603050405020304" pitchFamily="18" charset="0"/>
              </a:rPr>
              <a:t>Pangala</a:t>
            </a:r>
            <a:r>
              <a:rPr lang="en-US" sz="1400" dirty="0">
                <a:latin typeface="Times New Roman" panose="02020603050405020304" pitchFamily="18" charset="0"/>
                <a:cs typeface="Times New Roman" panose="02020603050405020304" pitchFamily="18" charset="0"/>
              </a:rPr>
              <a:t> et al., 2017).</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742950" lvl="1" indent="-285750">
              <a:lnSpc>
                <a:spcPct val="150000"/>
              </a:lnSpc>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Higher CO</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fluxes in the upper canopy </a:t>
            </a:r>
            <a:r>
              <a:rPr lang="en-US" sz="1400" dirty="0">
                <a:latin typeface="Times New Roman" panose="02020603050405020304" pitchFamily="18" charset="0"/>
                <a:cs typeface="Times New Roman" panose="02020603050405020304" pitchFamily="18" charset="0"/>
              </a:rPr>
              <a:t>(Cavaleri et al., 2006) </a:t>
            </a:r>
            <a:r>
              <a:rPr lang="en-US" dirty="0">
                <a:latin typeface="Times New Roman" panose="02020603050405020304" pitchFamily="18" charset="0"/>
                <a:cs typeface="Times New Roman" panose="02020603050405020304" pitchFamily="18" charset="0"/>
              </a:rPr>
              <a:t>or at the stem base </a:t>
            </a:r>
            <a:r>
              <a:rPr lang="en-US" sz="1400" dirty="0">
                <a:latin typeface="Times New Roman" panose="02020603050405020304" pitchFamily="18" charset="0"/>
                <a:cs typeface="Times New Roman" panose="02020603050405020304" pitchFamily="18" charset="0"/>
              </a:rPr>
              <a:t>(Kunert, 2018).</a:t>
            </a:r>
            <a:endParaRPr lang="en-US" dirty="0">
              <a:latin typeface="Times New Roman" panose="02020603050405020304" pitchFamily="18" charset="0"/>
              <a:cs typeface="Times New Roman" panose="02020603050405020304" pitchFamily="18" charset="0"/>
            </a:endParaRPr>
          </a:p>
          <a:p>
            <a:pPr marL="742950" lvl="1" indent="-285750">
              <a:lnSpc>
                <a:spcPct val="150000"/>
              </a:lnSpc>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Stem CH₄ fluxes generally decreased with height along the tree stem </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Pangala</a:t>
            </a:r>
            <a:r>
              <a:rPr lang="en-US" sz="1400" dirty="0">
                <a:latin typeface="Times New Roman" panose="02020603050405020304" pitchFamily="18" charset="0"/>
                <a:cs typeface="Times New Roman" panose="02020603050405020304" pitchFamily="18" charset="0"/>
              </a:rPr>
              <a:t> et al., 2013). </a:t>
            </a:r>
            <a:endParaRPr lang="en-US" dirty="0">
              <a:latin typeface="Times New Roman" panose="02020603050405020304" pitchFamily="18" charset="0"/>
              <a:cs typeface="Times New Roman" panose="02020603050405020304" pitchFamily="18" charset="0"/>
            </a:endParaRPr>
          </a:p>
          <a:p>
            <a:pPr marL="742950" lvl="1" indent="-285750">
              <a:lnSpc>
                <a:spcPct val="150000"/>
              </a:lnSpc>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Stem N₂O fluxes generally remain low, with no distinct vertical variation in tropical, temperate, or other forest biomes. </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Studies have shown high temporal variation in stem GHG fluxes that were closely linked with sap flow </a:t>
            </a:r>
            <a:r>
              <a:rPr lang="en-US" sz="1400" dirty="0">
                <a:latin typeface="Times New Roman" panose="02020603050405020304" pitchFamily="18" charset="0"/>
                <a:cs typeface="Times New Roman" panose="02020603050405020304" pitchFamily="18" charset="0"/>
              </a:rPr>
              <a:t>(Barba et al., 2024), </a:t>
            </a:r>
            <a:r>
              <a:rPr lang="en-US" dirty="0">
                <a:latin typeface="Times New Roman" panose="02020603050405020304" pitchFamily="18" charset="0"/>
                <a:cs typeface="Times New Roman" panose="02020603050405020304" pitchFamily="18" charset="0"/>
              </a:rPr>
              <a:t>humidity and pH </a:t>
            </a:r>
            <a:r>
              <a:rPr lang="en-US" sz="1400" dirty="0">
                <a:latin typeface="Times New Roman" panose="02020603050405020304" pitchFamily="18" charset="0"/>
                <a:cs typeface="Times New Roman" panose="02020603050405020304" pitchFamily="18" charset="0"/>
              </a:rPr>
              <a:t>(Moisan et al., 2025), </a:t>
            </a:r>
            <a:r>
              <a:rPr lang="en-US" dirty="0">
                <a:latin typeface="Times New Roman" panose="02020603050405020304" pitchFamily="18" charset="0"/>
                <a:cs typeface="Times New Roman" panose="02020603050405020304" pitchFamily="18" charset="0"/>
              </a:rPr>
              <a:t>soil moisture </a:t>
            </a:r>
            <a:r>
              <a:rPr lang="en-US" sz="1400" dirty="0">
                <a:latin typeface="Times New Roman" panose="02020603050405020304" pitchFamily="18" charset="0"/>
                <a:cs typeface="Times New Roman" panose="02020603050405020304" pitchFamily="18" charset="0"/>
              </a:rPr>
              <a:t>(Covey et al., 2012), </a:t>
            </a:r>
            <a:r>
              <a:rPr lang="en-US" dirty="0">
                <a:latin typeface="Times New Roman" panose="02020603050405020304" pitchFamily="18" charset="0"/>
                <a:cs typeface="Times New Roman" panose="02020603050405020304" pitchFamily="18" charset="0"/>
              </a:rPr>
              <a:t>internal decay and microbial processes </a:t>
            </a:r>
            <a:r>
              <a:rPr lang="en-US" sz="1400" dirty="0">
                <a:latin typeface="Times New Roman" panose="02020603050405020304" pitchFamily="18" charset="0"/>
                <a:cs typeface="Times New Roman" panose="02020603050405020304" pitchFamily="18" charset="0"/>
              </a:rPr>
              <a:t>(</a:t>
            </a:r>
            <a:r>
              <a:rPr lang="da-DK" sz="1400" dirty="0">
                <a:latin typeface="Times New Roman" panose="02020603050405020304" pitchFamily="18" charset="0"/>
                <a:cs typeface="Times New Roman" panose="02020603050405020304" pitchFamily="18" charset="0"/>
              </a:rPr>
              <a:t>Covey &amp; Megonigal, 2019; Kirschke et al., 2013</a:t>
            </a:r>
            <a:r>
              <a:rPr lang="en-US" sz="140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7" name="Slide Number Placeholder 16">
            <a:extLst>
              <a:ext uri="{FF2B5EF4-FFF2-40B4-BE49-F238E27FC236}">
                <a16:creationId xmlns:a16="http://schemas.microsoft.com/office/drawing/2014/main" id="{CC5753B7-F3D4-B04C-2DAF-10A0B3A8BE3E}"/>
              </a:ext>
            </a:extLst>
          </p:cNvPr>
          <p:cNvSpPr>
            <a:spLocks noGrp="1"/>
          </p:cNvSpPr>
          <p:nvPr>
            <p:ph type="sldNum" sz="quarter" idx="12"/>
          </p:nvPr>
        </p:nvSpPr>
        <p:spPr/>
        <p:txBody>
          <a:bodyPr/>
          <a:lstStyle/>
          <a:p>
            <a:fld id="{511E72FE-814A-43D7-AA66-638DB960BCF9}" type="slidenum">
              <a:rPr lang="en-US" smtClean="0"/>
              <a:t>4</a:t>
            </a:fld>
            <a:endParaRPr lang="en-US"/>
          </a:p>
        </p:txBody>
      </p:sp>
    </p:spTree>
    <p:extLst>
      <p:ext uri="{BB962C8B-B14F-4D97-AF65-F5344CB8AC3E}">
        <p14:creationId xmlns:p14="http://schemas.microsoft.com/office/powerpoint/2010/main" val="4218210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60840-4408-D813-9ECB-A7A29EE9F62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6FE89D0-2E37-C9A1-D731-2595929B65C8}"/>
              </a:ext>
            </a:extLst>
          </p:cNvPr>
          <p:cNvSpPr/>
          <p:nvPr/>
        </p:nvSpPr>
        <p:spPr>
          <a:xfrm>
            <a:off x="-1" y="6591415"/>
            <a:ext cx="1981127" cy="487480"/>
          </a:xfrm>
          <a:prstGeom prst="rect">
            <a:avLst/>
          </a:prstGeom>
          <a:gradFill flip="none" rotWithShape="1">
            <a:gsLst>
              <a:gs pos="0">
                <a:srgbClr val="680000">
                  <a:tint val="66000"/>
                  <a:satMod val="160000"/>
                </a:srgbClr>
              </a:gs>
              <a:gs pos="50000">
                <a:srgbClr val="680000">
                  <a:tint val="44500"/>
                  <a:satMod val="160000"/>
                </a:srgbClr>
              </a:gs>
              <a:gs pos="100000">
                <a:srgbClr val="680000">
                  <a:tint val="23500"/>
                  <a:satMod val="160000"/>
                </a:srgbClr>
              </a:gs>
            </a:gsLst>
            <a:lin ang="5400000" scaled="1"/>
            <a:tileRect/>
          </a:gra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sp>
        <p:nvSpPr>
          <p:cNvPr id="30" name="Freeform 25">
            <a:extLst>
              <a:ext uri="{FF2B5EF4-FFF2-40B4-BE49-F238E27FC236}">
                <a16:creationId xmlns:a16="http://schemas.microsoft.com/office/drawing/2014/main" id="{6762C570-A3AA-9FF5-5902-D24B42FC23FF}"/>
              </a:ext>
            </a:extLst>
          </p:cNvPr>
          <p:cNvSpPr/>
          <p:nvPr/>
        </p:nvSpPr>
        <p:spPr>
          <a:xfrm rot="9558032" flipH="1">
            <a:off x="1879769" y="594658"/>
            <a:ext cx="413228" cy="868880"/>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pic>
        <p:nvPicPr>
          <p:cNvPr id="29" name="Picture 28">
            <a:extLst>
              <a:ext uri="{FF2B5EF4-FFF2-40B4-BE49-F238E27FC236}">
                <a16:creationId xmlns:a16="http://schemas.microsoft.com/office/drawing/2014/main" id="{D0BB4292-8A5C-27FF-0933-6B87E1474DB9}"/>
              </a:ext>
            </a:extLst>
          </p:cNvPr>
          <p:cNvPicPr>
            <a:picLocks noChangeAspect="1"/>
          </p:cNvPicPr>
          <p:nvPr/>
        </p:nvPicPr>
        <p:blipFill>
          <a:blip r:embed="rId3"/>
          <a:stretch>
            <a:fillRect/>
          </a:stretch>
        </p:blipFill>
        <p:spPr>
          <a:xfrm rot="5719328">
            <a:off x="1207821" y="-381252"/>
            <a:ext cx="1694570" cy="1830692"/>
          </a:xfrm>
          <a:prstGeom prst="rect">
            <a:avLst/>
          </a:prstGeom>
        </p:spPr>
      </p:pic>
      <p:pic>
        <p:nvPicPr>
          <p:cNvPr id="25" name="Picture 24">
            <a:extLst>
              <a:ext uri="{FF2B5EF4-FFF2-40B4-BE49-F238E27FC236}">
                <a16:creationId xmlns:a16="http://schemas.microsoft.com/office/drawing/2014/main" id="{DCDAF5E4-2577-A900-51A1-8D11B615DC81}"/>
              </a:ext>
            </a:extLst>
          </p:cNvPr>
          <p:cNvPicPr>
            <a:picLocks noChangeAspect="1"/>
          </p:cNvPicPr>
          <p:nvPr/>
        </p:nvPicPr>
        <p:blipFill>
          <a:blip r:embed="rId3"/>
          <a:stretch>
            <a:fillRect/>
          </a:stretch>
        </p:blipFill>
        <p:spPr>
          <a:xfrm rot="1288603">
            <a:off x="45145" y="-314880"/>
            <a:ext cx="2328510" cy="2206854"/>
          </a:xfrm>
          <a:prstGeom prst="rect">
            <a:avLst/>
          </a:prstGeom>
        </p:spPr>
      </p:pic>
      <p:sp>
        <p:nvSpPr>
          <p:cNvPr id="3" name="Freeform 25">
            <a:extLst>
              <a:ext uri="{FF2B5EF4-FFF2-40B4-BE49-F238E27FC236}">
                <a16:creationId xmlns:a16="http://schemas.microsoft.com/office/drawing/2014/main" id="{EF7A9B4E-73FA-201F-5467-C58B9FDDA76E}"/>
              </a:ext>
            </a:extLst>
          </p:cNvPr>
          <p:cNvSpPr/>
          <p:nvPr/>
        </p:nvSpPr>
        <p:spPr>
          <a:xfrm rot="716734" flipH="1">
            <a:off x="917072" y="529873"/>
            <a:ext cx="259168" cy="663772"/>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1" name="Freeform 26">
            <a:extLst>
              <a:ext uri="{FF2B5EF4-FFF2-40B4-BE49-F238E27FC236}">
                <a16:creationId xmlns:a16="http://schemas.microsoft.com/office/drawing/2014/main" id="{D77FEF7D-1C63-DFB5-E21A-1512F18467E0}"/>
              </a:ext>
            </a:extLst>
          </p:cNvPr>
          <p:cNvSpPr/>
          <p:nvPr/>
        </p:nvSpPr>
        <p:spPr>
          <a:xfrm>
            <a:off x="1069372" y="2830287"/>
            <a:ext cx="811409" cy="415251"/>
          </a:xfrm>
          <a:custGeom>
            <a:avLst/>
            <a:gdLst>
              <a:gd name="connsiteX0" fmla="*/ 160190 w 217980"/>
              <a:gd name="connsiteY0" fmla="*/ 14651 h 158628"/>
              <a:gd name="connsiteX1" fmla="*/ 214904 w 217980"/>
              <a:gd name="connsiteY1" fmla="*/ 41798 h 158628"/>
              <a:gd name="connsiteX2" fmla="*/ 213181 w 217980"/>
              <a:gd name="connsiteY2" fmla="*/ 53864 h 158628"/>
              <a:gd name="connsiteX3" fmla="*/ 85659 w 217980"/>
              <a:gd name="connsiteY3" fmla="*/ 157714 h 158628"/>
              <a:gd name="connsiteX4" fmla="*/ 788 w 217980"/>
              <a:gd name="connsiteY4" fmla="*/ 61836 h 158628"/>
              <a:gd name="connsiteX5" fmla="*/ 89536 w 217980"/>
              <a:gd name="connsiteY5" fmla="*/ 0 h 158628"/>
              <a:gd name="connsiteX6" fmla="*/ 97076 w 217980"/>
              <a:gd name="connsiteY6" fmla="*/ 0 h 158628"/>
              <a:gd name="connsiteX7" fmla="*/ 159975 w 217980"/>
              <a:gd name="connsiteY7" fmla="*/ 14651 h 15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0" h="158628">
                <a:moveTo>
                  <a:pt x="160190" y="14651"/>
                </a:moveTo>
                <a:cubicBezTo>
                  <a:pt x="175484" y="21761"/>
                  <a:pt x="192932" y="27794"/>
                  <a:pt x="214904" y="41798"/>
                </a:cubicBezTo>
                <a:cubicBezTo>
                  <a:pt x="219643" y="44815"/>
                  <a:pt x="218781" y="52140"/>
                  <a:pt x="213181" y="53864"/>
                </a:cubicBezTo>
                <a:cubicBezTo>
                  <a:pt x="141665" y="75625"/>
                  <a:pt x="150712" y="147372"/>
                  <a:pt x="85659" y="157714"/>
                </a:cubicBezTo>
                <a:cubicBezTo>
                  <a:pt x="30514" y="166332"/>
                  <a:pt x="-5890" y="112468"/>
                  <a:pt x="788" y="61836"/>
                </a:cubicBezTo>
                <a:cubicBezTo>
                  <a:pt x="6819" y="16590"/>
                  <a:pt x="49039" y="0"/>
                  <a:pt x="89536" y="0"/>
                </a:cubicBezTo>
                <a:cubicBezTo>
                  <a:pt x="92121" y="0"/>
                  <a:pt x="94491" y="0"/>
                  <a:pt x="97076" y="0"/>
                </a:cubicBezTo>
                <a:cubicBezTo>
                  <a:pt x="118401" y="1077"/>
                  <a:pt x="140588" y="5602"/>
                  <a:pt x="159975" y="1465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4" name="Freeform 25">
            <a:extLst>
              <a:ext uri="{FF2B5EF4-FFF2-40B4-BE49-F238E27FC236}">
                <a16:creationId xmlns:a16="http://schemas.microsoft.com/office/drawing/2014/main" id="{24771804-7081-4FAB-5F9A-893A788055EC}"/>
              </a:ext>
            </a:extLst>
          </p:cNvPr>
          <p:cNvSpPr/>
          <p:nvPr/>
        </p:nvSpPr>
        <p:spPr>
          <a:xfrm>
            <a:off x="550824" y="1940192"/>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5" name="Freeform 26">
            <a:extLst>
              <a:ext uri="{FF2B5EF4-FFF2-40B4-BE49-F238E27FC236}">
                <a16:creationId xmlns:a16="http://schemas.microsoft.com/office/drawing/2014/main" id="{4B6F7AC0-40A0-20B7-8653-8B7A51B2AEC4}"/>
              </a:ext>
            </a:extLst>
          </p:cNvPr>
          <p:cNvSpPr/>
          <p:nvPr/>
        </p:nvSpPr>
        <p:spPr>
          <a:xfrm rot="21337779">
            <a:off x="1084015" y="1732567"/>
            <a:ext cx="811409" cy="415251"/>
          </a:xfrm>
          <a:custGeom>
            <a:avLst/>
            <a:gdLst>
              <a:gd name="connsiteX0" fmla="*/ 160190 w 217980"/>
              <a:gd name="connsiteY0" fmla="*/ 14651 h 158628"/>
              <a:gd name="connsiteX1" fmla="*/ 214904 w 217980"/>
              <a:gd name="connsiteY1" fmla="*/ 41798 h 158628"/>
              <a:gd name="connsiteX2" fmla="*/ 213181 w 217980"/>
              <a:gd name="connsiteY2" fmla="*/ 53864 h 158628"/>
              <a:gd name="connsiteX3" fmla="*/ 85659 w 217980"/>
              <a:gd name="connsiteY3" fmla="*/ 157714 h 158628"/>
              <a:gd name="connsiteX4" fmla="*/ 788 w 217980"/>
              <a:gd name="connsiteY4" fmla="*/ 61836 h 158628"/>
              <a:gd name="connsiteX5" fmla="*/ 89536 w 217980"/>
              <a:gd name="connsiteY5" fmla="*/ 0 h 158628"/>
              <a:gd name="connsiteX6" fmla="*/ 97076 w 217980"/>
              <a:gd name="connsiteY6" fmla="*/ 0 h 158628"/>
              <a:gd name="connsiteX7" fmla="*/ 159975 w 217980"/>
              <a:gd name="connsiteY7" fmla="*/ 14651 h 15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0" h="158628">
                <a:moveTo>
                  <a:pt x="160190" y="14651"/>
                </a:moveTo>
                <a:cubicBezTo>
                  <a:pt x="175484" y="21761"/>
                  <a:pt x="192932" y="27794"/>
                  <a:pt x="214904" y="41798"/>
                </a:cubicBezTo>
                <a:cubicBezTo>
                  <a:pt x="219643" y="44815"/>
                  <a:pt x="218781" y="52140"/>
                  <a:pt x="213181" y="53864"/>
                </a:cubicBezTo>
                <a:cubicBezTo>
                  <a:pt x="141665" y="75625"/>
                  <a:pt x="150712" y="147372"/>
                  <a:pt x="85659" y="157714"/>
                </a:cubicBezTo>
                <a:cubicBezTo>
                  <a:pt x="30514" y="166332"/>
                  <a:pt x="-5890" y="112468"/>
                  <a:pt x="788" y="61836"/>
                </a:cubicBezTo>
                <a:cubicBezTo>
                  <a:pt x="6819" y="16590"/>
                  <a:pt x="49039" y="0"/>
                  <a:pt x="89536" y="0"/>
                </a:cubicBezTo>
                <a:cubicBezTo>
                  <a:pt x="92121" y="0"/>
                  <a:pt x="94491" y="0"/>
                  <a:pt x="97076" y="0"/>
                </a:cubicBezTo>
                <a:cubicBezTo>
                  <a:pt x="118401" y="1077"/>
                  <a:pt x="140588" y="5602"/>
                  <a:pt x="159975" y="1465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7" name="Freeform 28">
            <a:extLst>
              <a:ext uri="{FF2B5EF4-FFF2-40B4-BE49-F238E27FC236}">
                <a16:creationId xmlns:a16="http://schemas.microsoft.com/office/drawing/2014/main" id="{DB0DAF59-9ADD-62BA-35D9-9982C1CF3D95}"/>
              </a:ext>
            </a:extLst>
          </p:cNvPr>
          <p:cNvSpPr/>
          <p:nvPr/>
        </p:nvSpPr>
        <p:spPr>
          <a:xfrm>
            <a:off x="575813" y="2104785"/>
            <a:ext cx="1109149" cy="3525458"/>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456" h="1346745">
                <a:moveTo>
                  <a:pt x="137716" y="368860"/>
                </a:moveTo>
                <a:cubicBezTo>
                  <a:pt x="137716" y="356579"/>
                  <a:pt x="137716" y="344298"/>
                  <a:pt x="137285" y="332017"/>
                </a:cubicBezTo>
                <a:cubicBezTo>
                  <a:pt x="134053" y="217395"/>
                  <a:pt x="111436" y="100618"/>
                  <a:pt x="54999" y="0"/>
                </a:cubicBezTo>
                <a:cubicBezTo>
                  <a:pt x="128453" y="140908"/>
                  <a:pt x="136639" y="305301"/>
                  <a:pt x="120268" y="460644"/>
                </a:cubicBezTo>
                <a:cubicBezTo>
                  <a:pt x="107127" y="587548"/>
                  <a:pt x="77617" y="716606"/>
                  <a:pt x="57799" y="842648"/>
                </a:cubicBezTo>
                <a:cubicBezTo>
                  <a:pt x="40136" y="953176"/>
                  <a:pt x="-638" y="1098233"/>
                  <a:pt x="11209" y="1210054"/>
                </a:cubicBezTo>
                <a:cubicBezTo>
                  <a:pt x="6686" y="1273818"/>
                  <a:pt x="3144" y="1288379"/>
                  <a:pt x="6747" y="1301319"/>
                </a:cubicBezTo>
                <a:cubicBezTo>
                  <a:pt x="8388" y="1322265"/>
                  <a:pt x="-6700" y="1333721"/>
                  <a:pt x="3662" y="1342250"/>
                </a:cubicBezTo>
                <a:cubicBezTo>
                  <a:pt x="7539" y="1356147"/>
                  <a:pt x="66552" y="1332309"/>
                  <a:pt x="77617" y="1343798"/>
                </a:cubicBezTo>
                <a:lnTo>
                  <a:pt x="120052" y="1343798"/>
                </a:lnTo>
                <a:cubicBezTo>
                  <a:pt x="99157" y="1292950"/>
                  <a:pt x="85371" y="1239517"/>
                  <a:pt x="77186" y="1185222"/>
                </a:cubicBezTo>
                <a:cubicBezTo>
                  <a:pt x="60815" y="1072754"/>
                  <a:pt x="67923" y="958347"/>
                  <a:pt x="82355" y="846095"/>
                </a:cubicBezTo>
                <a:cubicBezTo>
                  <a:pt x="99588" y="711435"/>
                  <a:pt x="127160" y="575913"/>
                  <a:pt x="135346" y="439745"/>
                </a:cubicBezTo>
                <a:cubicBezTo>
                  <a:pt x="138147" y="392991"/>
                  <a:pt x="161841" y="349900"/>
                  <a:pt x="200615" y="323614"/>
                </a:cubicBezTo>
                <a:cubicBezTo>
                  <a:pt x="200830" y="323614"/>
                  <a:pt x="201046" y="323184"/>
                  <a:pt x="201476" y="322968"/>
                </a:cubicBezTo>
                <a:cubicBezTo>
                  <a:pt x="228618" y="304654"/>
                  <a:pt x="260283" y="292373"/>
                  <a:pt x="293456" y="288495"/>
                </a:cubicBezTo>
                <a:cubicBezTo>
                  <a:pt x="232280" y="291512"/>
                  <a:pt x="174981" y="320383"/>
                  <a:pt x="137931" y="368860"/>
                </a:cubicBezTo>
                <a:lnTo>
                  <a:pt x="137716" y="368860"/>
                </a:lnTo>
                <a:close/>
              </a:path>
            </a:pathLst>
          </a:custGeom>
          <a:gradFill flip="none" rotWithShape="1">
            <a:gsLst>
              <a:gs pos="0">
                <a:srgbClr val="68000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0" name="Freeform 25">
            <a:extLst>
              <a:ext uri="{FF2B5EF4-FFF2-40B4-BE49-F238E27FC236}">
                <a16:creationId xmlns:a16="http://schemas.microsoft.com/office/drawing/2014/main" id="{8A517F73-507B-668A-E36C-DD2254F4A9DB}"/>
              </a:ext>
            </a:extLst>
          </p:cNvPr>
          <p:cNvSpPr/>
          <p:nvPr/>
        </p:nvSpPr>
        <p:spPr>
          <a:xfrm>
            <a:off x="412653" y="919704"/>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8" name="Freeform 28">
            <a:extLst>
              <a:ext uri="{FF2B5EF4-FFF2-40B4-BE49-F238E27FC236}">
                <a16:creationId xmlns:a16="http://schemas.microsoft.com/office/drawing/2014/main" id="{76E1C347-693E-AC87-0782-0838D8628A17}"/>
              </a:ext>
            </a:extLst>
          </p:cNvPr>
          <p:cNvSpPr/>
          <p:nvPr/>
        </p:nvSpPr>
        <p:spPr>
          <a:xfrm flipH="1">
            <a:off x="567698" y="862124"/>
            <a:ext cx="519385" cy="2082792"/>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61223" h="955203">
                <a:moveTo>
                  <a:pt x="105483" y="368860"/>
                </a:moveTo>
                <a:cubicBezTo>
                  <a:pt x="105483" y="356579"/>
                  <a:pt x="105483" y="344298"/>
                  <a:pt x="105052" y="332017"/>
                </a:cubicBezTo>
                <a:cubicBezTo>
                  <a:pt x="101820" y="217395"/>
                  <a:pt x="79203" y="100618"/>
                  <a:pt x="22766" y="0"/>
                </a:cubicBezTo>
                <a:cubicBezTo>
                  <a:pt x="96220" y="140908"/>
                  <a:pt x="104406" y="305301"/>
                  <a:pt x="88035" y="460644"/>
                </a:cubicBezTo>
                <a:cubicBezTo>
                  <a:pt x="74894" y="587548"/>
                  <a:pt x="20879" y="783328"/>
                  <a:pt x="1061" y="909370"/>
                </a:cubicBezTo>
                <a:cubicBezTo>
                  <a:pt x="-4761" y="989297"/>
                  <a:pt x="14894" y="942618"/>
                  <a:pt x="23071" y="932072"/>
                </a:cubicBezTo>
                <a:cubicBezTo>
                  <a:pt x="40080" y="853801"/>
                  <a:pt x="78895" y="541155"/>
                  <a:pt x="103113" y="439745"/>
                </a:cubicBezTo>
                <a:cubicBezTo>
                  <a:pt x="105914" y="392991"/>
                  <a:pt x="129608" y="349900"/>
                  <a:pt x="168382" y="323614"/>
                </a:cubicBezTo>
                <a:cubicBezTo>
                  <a:pt x="168597" y="323614"/>
                  <a:pt x="168813" y="323184"/>
                  <a:pt x="169243" y="322968"/>
                </a:cubicBezTo>
                <a:cubicBezTo>
                  <a:pt x="196385" y="304654"/>
                  <a:pt x="228050" y="292373"/>
                  <a:pt x="261223" y="288495"/>
                </a:cubicBezTo>
                <a:cubicBezTo>
                  <a:pt x="200047" y="291512"/>
                  <a:pt x="142748" y="320383"/>
                  <a:pt x="105698" y="368860"/>
                </a:cubicBezTo>
                <a:lnTo>
                  <a:pt x="105483" y="368860"/>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 name="Freeform 28">
            <a:extLst>
              <a:ext uri="{FF2B5EF4-FFF2-40B4-BE49-F238E27FC236}">
                <a16:creationId xmlns:a16="http://schemas.microsoft.com/office/drawing/2014/main" id="{DB87A73B-CB1F-FF75-49DF-959609AC092A}"/>
              </a:ext>
            </a:extLst>
          </p:cNvPr>
          <p:cNvSpPr/>
          <p:nvPr/>
        </p:nvSpPr>
        <p:spPr>
          <a:xfrm>
            <a:off x="948573" y="1391638"/>
            <a:ext cx="623185" cy="83005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 name="csX0" fmla="*/ 82717 w 238457"/>
              <a:gd name="csY0" fmla="*/ 368860 h 932100"/>
              <a:gd name="csX1" fmla="*/ 82286 w 238457"/>
              <a:gd name="csY1" fmla="*/ 332017 h 932100"/>
              <a:gd name="csX2" fmla="*/ 0 w 238457"/>
              <a:gd name="csY2" fmla="*/ 0 h 932100"/>
              <a:gd name="csX3" fmla="*/ 65269 w 238457"/>
              <a:gd name="csY3" fmla="*/ 460644 h 932100"/>
              <a:gd name="csX4" fmla="*/ 305 w 238457"/>
              <a:gd name="csY4" fmla="*/ 932072 h 932100"/>
              <a:gd name="csX5" fmla="*/ 80347 w 238457"/>
              <a:gd name="csY5" fmla="*/ 439745 h 932100"/>
              <a:gd name="csX6" fmla="*/ 145616 w 238457"/>
              <a:gd name="csY6" fmla="*/ 323614 h 932100"/>
              <a:gd name="csX7" fmla="*/ 146477 w 238457"/>
              <a:gd name="csY7" fmla="*/ 322968 h 932100"/>
              <a:gd name="csX8" fmla="*/ 238457 w 238457"/>
              <a:gd name="csY8" fmla="*/ 288495 h 932100"/>
              <a:gd name="csX9" fmla="*/ 82932 w 238457"/>
              <a:gd name="csY9" fmla="*/ 368860 h 932100"/>
              <a:gd name="csX10" fmla="*/ 82717 w 238457"/>
              <a:gd name="csY10" fmla="*/ 368860 h 932100"/>
              <a:gd name="csX0" fmla="*/ 82717 w 238457"/>
              <a:gd name="csY0" fmla="*/ 368860 h 492900"/>
              <a:gd name="csX1" fmla="*/ 82286 w 238457"/>
              <a:gd name="csY1" fmla="*/ 332017 h 492900"/>
              <a:gd name="csX2" fmla="*/ 0 w 238457"/>
              <a:gd name="csY2" fmla="*/ 0 h 492900"/>
              <a:gd name="csX3" fmla="*/ 65269 w 238457"/>
              <a:gd name="csY3" fmla="*/ 460644 h 492900"/>
              <a:gd name="csX4" fmla="*/ 80347 w 238457"/>
              <a:gd name="csY4" fmla="*/ 439745 h 492900"/>
              <a:gd name="csX5" fmla="*/ 145616 w 238457"/>
              <a:gd name="csY5" fmla="*/ 323614 h 492900"/>
              <a:gd name="csX6" fmla="*/ 146477 w 238457"/>
              <a:gd name="csY6" fmla="*/ 322968 h 492900"/>
              <a:gd name="csX7" fmla="*/ 238457 w 238457"/>
              <a:gd name="csY7" fmla="*/ 288495 h 492900"/>
              <a:gd name="csX8" fmla="*/ 82932 w 238457"/>
              <a:gd name="csY8" fmla="*/ 368860 h 492900"/>
              <a:gd name="csX9" fmla="*/ 82717 w 238457"/>
              <a:gd name="csY9" fmla="*/ 368860 h 492900"/>
              <a:gd name="csX0" fmla="*/ 17448 w 173188"/>
              <a:gd name="csY0" fmla="*/ 256637 h 380677"/>
              <a:gd name="csX1" fmla="*/ 17017 w 173188"/>
              <a:gd name="csY1" fmla="*/ 219794 h 380677"/>
              <a:gd name="csX2" fmla="*/ 17938 w 173188"/>
              <a:gd name="csY2" fmla="*/ 0 h 380677"/>
              <a:gd name="csX3" fmla="*/ 0 w 173188"/>
              <a:gd name="csY3" fmla="*/ 348421 h 380677"/>
              <a:gd name="csX4" fmla="*/ 15078 w 173188"/>
              <a:gd name="csY4" fmla="*/ 327522 h 380677"/>
              <a:gd name="csX5" fmla="*/ 80347 w 173188"/>
              <a:gd name="csY5" fmla="*/ 211391 h 380677"/>
              <a:gd name="csX6" fmla="*/ 81208 w 173188"/>
              <a:gd name="csY6" fmla="*/ 210745 h 380677"/>
              <a:gd name="csX7" fmla="*/ 173188 w 173188"/>
              <a:gd name="csY7" fmla="*/ 176272 h 380677"/>
              <a:gd name="csX8" fmla="*/ 17663 w 173188"/>
              <a:gd name="csY8" fmla="*/ 256637 h 380677"/>
              <a:gd name="csX9" fmla="*/ 17448 w 173188"/>
              <a:gd name="csY9" fmla="*/ 256637 h 3806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3188" h="380677">
                <a:moveTo>
                  <a:pt x="17448" y="256637"/>
                </a:moveTo>
                <a:cubicBezTo>
                  <a:pt x="17448" y="244356"/>
                  <a:pt x="17448" y="232075"/>
                  <a:pt x="17017" y="219794"/>
                </a:cubicBezTo>
                <a:cubicBezTo>
                  <a:pt x="13785" y="105172"/>
                  <a:pt x="74375" y="100618"/>
                  <a:pt x="17938" y="0"/>
                </a:cubicBezTo>
                <a:cubicBezTo>
                  <a:pt x="91392" y="140908"/>
                  <a:pt x="16371" y="193078"/>
                  <a:pt x="0" y="348421"/>
                </a:cubicBezTo>
                <a:cubicBezTo>
                  <a:pt x="13391" y="421712"/>
                  <a:pt x="1687" y="350360"/>
                  <a:pt x="15078" y="327522"/>
                </a:cubicBezTo>
                <a:cubicBezTo>
                  <a:pt x="17879" y="280768"/>
                  <a:pt x="41573" y="237677"/>
                  <a:pt x="80347" y="211391"/>
                </a:cubicBezTo>
                <a:cubicBezTo>
                  <a:pt x="80562" y="211391"/>
                  <a:pt x="80778" y="210961"/>
                  <a:pt x="81208" y="210745"/>
                </a:cubicBezTo>
                <a:cubicBezTo>
                  <a:pt x="108350" y="192431"/>
                  <a:pt x="140015" y="180150"/>
                  <a:pt x="173188" y="176272"/>
                </a:cubicBezTo>
                <a:cubicBezTo>
                  <a:pt x="112012" y="179289"/>
                  <a:pt x="54713" y="208160"/>
                  <a:pt x="17663" y="256637"/>
                </a:cubicBezTo>
                <a:lnTo>
                  <a:pt x="17448" y="256637"/>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6" name="Freeform 28">
            <a:extLst>
              <a:ext uri="{FF2B5EF4-FFF2-40B4-BE49-F238E27FC236}">
                <a16:creationId xmlns:a16="http://schemas.microsoft.com/office/drawing/2014/main" id="{7DC8BF43-F20F-365F-9003-07D467A8C5F5}"/>
              </a:ext>
            </a:extLst>
          </p:cNvPr>
          <p:cNvSpPr/>
          <p:nvPr/>
        </p:nvSpPr>
        <p:spPr>
          <a:xfrm>
            <a:off x="540251" y="4903256"/>
            <a:ext cx="519385" cy="183451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 name="csX0" fmla="*/ 137716 w 293456"/>
              <a:gd name="csY0" fmla="*/ 80365 h 1058250"/>
              <a:gd name="csX1" fmla="*/ 137285 w 293456"/>
              <a:gd name="csY1" fmla="*/ 43522 h 1058250"/>
              <a:gd name="csX2" fmla="*/ 120268 w 293456"/>
              <a:gd name="csY2" fmla="*/ 172149 h 1058250"/>
              <a:gd name="csX3" fmla="*/ 57799 w 293456"/>
              <a:gd name="csY3" fmla="*/ 554153 h 1058250"/>
              <a:gd name="csX4" fmla="*/ 11209 w 293456"/>
              <a:gd name="csY4" fmla="*/ 921559 h 1058250"/>
              <a:gd name="csX5" fmla="*/ 6747 w 293456"/>
              <a:gd name="csY5" fmla="*/ 1012824 h 1058250"/>
              <a:gd name="csX6" fmla="*/ 3662 w 293456"/>
              <a:gd name="csY6" fmla="*/ 1053755 h 1058250"/>
              <a:gd name="csX7" fmla="*/ 77617 w 293456"/>
              <a:gd name="csY7" fmla="*/ 1055303 h 1058250"/>
              <a:gd name="csX8" fmla="*/ 120052 w 293456"/>
              <a:gd name="csY8" fmla="*/ 1055303 h 1058250"/>
              <a:gd name="csX9" fmla="*/ 77186 w 293456"/>
              <a:gd name="csY9" fmla="*/ 896727 h 1058250"/>
              <a:gd name="csX10" fmla="*/ 82355 w 293456"/>
              <a:gd name="csY10" fmla="*/ 557600 h 1058250"/>
              <a:gd name="csX11" fmla="*/ 135346 w 293456"/>
              <a:gd name="csY11" fmla="*/ 151250 h 1058250"/>
              <a:gd name="csX12" fmla="*/ 200615 w 293456"/>
              <a:gd name="csY12" fmla="*/ 35119 h 1058250"/>
              <a:gd name="csX13" fmla="*/ 201476 w 293456"/>
              <a:gd name="csY13" fmla="*/ 34473 h 1058250"/>
              <a:gd name="csX14" fmla="*/ 293456 w 293456"/>
              <a:gd name="csY14" fmla="*/ 0 h 1058250"/>
              <a:gd name="csX15" fmla="*/ 137931 w 293456"/>
              <a:gd name="csY15" fmla="*/ 80365 h 1058250"/>
              <a:gd name="csX16" fmla="*/ 137716 w 293456"/>
              <a:gd name="csY16" fmla="*/ 80365 h 1058250"/>
              <a:gd name="csX0" fmla="*/ 137716 w 294424"/>
              <a:gd name="csY0" fmla="*/ 82135 h 1060020"/>
              <a:gd name="csX1" fmla="*/ 137285 w 294424"/>
              <a:gd name="csY1" fmla="*/ 45292 h 1060020"/>
              <a:gd name="csX2" fmla="*/ 120268 w 294424"/>
              <a:gd name="csY2" fmla="*/ 173919 h 1060020"/>
              <a:gd name="csX3" fmla="*/ 57799 w 294424"/>
              <a:gd name="csY3" fmla="*/ 555923 h 1060020"/>
              <a:gd name="csX4" fmla="*/ 11209 w 294424"/>
              <a:gd name="csY4" fmla="*/ 923329 h 1060020"/>
              <a:gd name="csX5" fmla="*/ 6747 w 294424"/>
              <a:gd name="csY5" fmla="*/ 1014594 h 1060020"/>
              <a:gd name="csX6" fmla="*/ 3662 w 294424"/>
              <a:gd name="csY6" fmla="*/ 1055525 h 1060020"/>
              <a:gd name="csX7" fmla="*/ 77617 w 294424"/>
              <a:gd name="csY7" fmla="*/ 1057073 h 1060020"/>
              <a:gd name="csX8" fmla="*/ 120052 w 294424"/>
              <a:gd name="csY8" fmla="*/ 1057073 h 1060020"/>
              <a:gd name="csX9" fmla="*/ 77186 w 294424"/>
              <a:gd name="csY9" fmla="*/ 898497 h 1060020"/>
              <a:gd name="csX10" fmla="*/ 82355 w 294424"/>
              <a:gd name="csY10" fmla="*/ 559370 h 1060020"/>
              <a:gd name="csX11" fmla="*/ 135346 w 294424"/>
              <a:gd name="csY11" fmla="*/ 153020 h 1060020"/>
              <a:gd name="csX12" fmla="*/ 200615 w 294424"/>
              <a:gd name="csY12" fmla="*/ 36889 h 1060020"/>
              <a:gd name="csX13" fmla="*/ 293456 w 294424"/>
              <a:gd name="csY13" fmla="*/ 1770 h 1060020"/>
              <a:gd name="csX14" fmla="*/ 137931 w 294424"/>
              <a:gd name="csY14" fmla="*/ 82135 h 1060020"/>
              <a:gd name="csX15" fmla="*/ 137716 w 294424"/>
              <a:gd name="csY15" fmla="*/ 82135 h 1060020"/>
              <a:gd name="csX0" fmla="*/ 137716 w 200617"/>
              <a:gd name="csY0" fmla="*/ 47059 h 1024944"/>
              <a:gd name="csX1" fmla="*/ 137285 w 200617"/>
              <a:gd name="csY1" fmla="*/ 10216 h 1024944"/>
              <a:gd name="csX2" fmla="*/ 120268 w 200617"/>
              <a:gd name="csY2" fmla="*/ 138843 h 1024944"/>
              <a:gd name="csX3" fmla="*/ 57799 w 200617"/>
              <a:gd name="csY3" fmla="*/ 520847 h 1024944"/>
              <a:gd name="csX4" fmla="*/ 11209 w 200617"/>
              <a:gd name="csY4" fmla="*/ 888253 h 1024944"/>
              <a:gd name="csX5" fmla="*/ 6747 w 200617"/>
              <a:gd name="csY5" fmla="*/ 979518 h 1024944"/>
              <a:gd name="csX6" fmla="*/ 3662 w 200617"/>
              <a:gd name="csY6" fmla="*/ 1020449 h 1024944"/>
              <a:gd name="csX7" fmla="*/ 77617 w 200617"/>
              <a:gd name="csY7" fmla="*/ 1021997 h 1024944"/>
              <a:gd name="csX8" fmla="*/ 120052 w 200617"/>
              <a:gd name="csY8" fmla="*/ 1021997 h 1024944"/>
              <a:gd name="csX9" fmla="*/ 77186 w 200617"/>
              <a:gd name="csY9" fmla="*/ 863421 h 1024944"/>
              <a:gd name="csX10" fmla="*/ 82355 w 200617"/>
              <a:gd name="csY10" fmla="*/ 524294 h 1024944"/>
              <a:gd name="csX11" fmla="*/ 135346 w 200617"/>
              <a:gd name="csY11" fmla="*/ 117944 h 1024944"/>
              <a:gd name="csX12" fmla="*/ 200615 w 200617"/>
              <a:gd name="csY12" fmla="*/ 1813 h 1024944"/>
              <a:gd name="csX13" fmla="*/ 137931 w 200617"/>
              <a:gd name="csY13" fmla="*/ 47059 h 1024944"/>
              <a:gd name="csX14" fmla="*/ 137716 w 200617"/>
              <a:gd name="csY14" fmla="*/ 47059 h 1024944"/>
              <a:gd name="csX0" fmla="*/ 137716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13" fmla="*/ 137716 w 140143"/>
              <a:gd name="csY13" fmla="*/ 36843 h 1014728"/>
              <a:gd name="csX0" fmla="*/ 137931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0" fmla="*/ 135346 w 140749"/>
              <a:gd name="csY0" fmla="*/ 108035 h 1015035"/>
              <a:gd name="csX1" fmla="*/ 137285 w 140749"/>
              <a:gd name="csY1" fmla="*/ 307 h 1015035"/>
              <a:gd name="csX2" fmla="*/ 120268 w 140749"/>
              <a:gd name="csY2" fmla="*/ 128934 h 1015035"/>
              <a:gd name="csX3" fmla="*/ 57799 w 140749"/>
              <a:gd name="csY3" fmla="*/ 510938 h 1015035"/>
              <a:gd name="csX4" fmla="*/ 11209 w 140749"/>
              <a:gd name="csY4" fmla="*/ 878344 h 1015035"/>
              <a:gd name="csX5" fmla="*/ 6747 w 140749"/>
              <a:gd name="csY5" fmla="*/ 969609 h 1015035"/>
              <a:gd name="csX6" fmla="*/ 3662 w 140749"/>
              <a:gd name="csY6" fmla="*/ 1010540 h 1015035"/>
              <a:gd name="csX7" fmla="*/ 77617 w 140749"/>
              <a:gd name="csY7" fmla="*/ 1012088 h 1015035"/>
              <a:gd name="csX8" fmla="*/ 120052 w 140749"/>
              <a:gd name="csY8" fmla="*/ 1012088 h 1015035"/>
              <a:gd name="csX9" fmla="*/ 77186 w 140749"/>
              <a:gd name="csY9" fmla="*/ 853512 h 1015035"/>
              <a:gd name="csX10" fmla="*/ 82355 w 140749"/>
              <a:gd name="csY10" fmla="*/ 514385 h 1015035"/>
              <a:gd name="csX11" fmla="*/ 135346 w 140749"/>
              <a:gd name="csY11" fmla="*/ 108035 h 1015035"/>
              <a:gd name="csX0" fmla="*/ 135346 w 137484"/>
              <a:gd name="csY0" fmla="*/ 39889 h 946889"/>
              <a:gd name="csX1" fmla="*/ 120268 w 137484"/>
              <a:gd name="csY1" fmla="*/ 60788 h 946889"/>
              <a:gd name="csX2" fmla="*/ 57799 w 137484"/>
              <a:gd name="csY2" fmla="*/ 442792 h 946889"/>
              <a:gd name="csX3" fmla="*/ 11209 w 137484"/>
              <a:gd name="csY3" fmla="*/ 810198 h 946889"/>
              <a:gd name="csX4" fmla="*/ 6747 w 137484"/>
              <a:gd name="csY4" fmla="*/ 901463 h 946889"/>
              <a:gd name="csX5" fmla="*/ 3662 w 137484"/>
              <a:gd name="csY5" fmla="*/ 942394 h 946889"/>
              <a:gd name="csX6" fmla="*/ 77617 w 137484"/>
              <a:gd name="csY6" fmla="*/ 943942 h 946889"/>
              <a:gd name="csX7" fmla="*/ 120052 w 137484"/>
              <a:gd name="csY7" fmla="*/ 943942 h 946889"/>
              <a:gd name="csX8" fmla="*/ 77186 w 137484"/>
              <a:gd name="csY8" fmla="*/ 785366 h 946889"/>
              <a:gd name="csX9" fmla="*/ 82355 w 137484"/>
              <a:gd name="csY9" fmla="*/ 446239 h 946889"/>
              <a:gd name="csX10" fmla="*/ 135346 w 137484"/>
              <a:gd name="csY10" fmla="*/ 39889 h 946889"/>
              <a:gd name="csX0" fmla="*/ 135346 w 135346"/>
              <a:gd name="csY0" fmla="*/ 1 h 907001"/>
              <a:gd name="csX1" fmla="*/ 57799 w 135346"/>
              <a:gd name="csY1" fmla="*/ 402904 h 907001"/>
              <a:gd name="csX2" fmla="*/ 11209 w 135346"/>
              <a:gd name="csY2" fmla="*/ 770310 h 907001"/>
              <a:gd name="csX3" fmla="*/ 6747 w 135346"/>
              <a:gd name="csY3" fmla="*/ 861575 h 907001"/>
              <a:gd name="csX4" fmla="*/ 3662 w 135346"/>
              <a:gd name="csY4" fmla="*/ 902506 h 907001"/>
              <a:gd name="csX5" fmla="*/ 77617 w 135346"/>
              <a:gd name="csY5" fmla="*/ 904054 h 907001"/>
              <a:gd name="csX6" fmla="*/ 120052 w 135346"/>
              <a:gd name="csY6" fmla="*/ 904054 h 907001"/>
              <a:gd name="csX7" fmla="*/ 77186 w 135346"/>
              <a:gd name="csY7" fmla="*/ 745478 h 907001"/>
              <a:gd name="csX8" fmla="*/ 82355 w 135346"/>
              <a:gd name="csY8" fmla="*/ 406351 h 907001"/>
              <a:gd name="csX9" fmla="*/ 135346 w 135346"/>
              <a:gd name="csY9" fmla="*/ 1 h 907001"/>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77186 w 120052"/>
              <a:gd name="csY7" fmla="*/ 385096 h 546619"/>
              <a:gd name="csX8" fmla="*/ 82355 w 120052"/>
              <a:gd name="csY8" fmla="*/ 45969 h 546619"/>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92893 w 120052"/>
              <a:gd name="csY7" fmla="*/ 369397 h 546619"/>
              <a:gd name="csX8" fmla="*/ 82355 w 120052"/>
              <a:gd name="csY8" fmla="*/ 45969 h 546619"/>
              <a:gd name="csX0" fmla="*/ 80784 w 120052"/>
              <a:gd name="csY0" fmla="*/ 199646 h 515831"/>
              <a:gd name="csX1" fmla="*/ 57799 w 120052"/>
              <a:gd name="csY1" fmla="*/ 11734 h 515831"/>
              <a:gd name="csX2" fmla="*/ 11209 w 120052"/>
              <a:gd name="csY2" fmla="*/ 379140 h 515831"/>
              <a:gd name="csX3" fmla="*/ 6747 w 120052"/>
              <a:gd name="csY3" fmla="*/ 470405 h 515831"/>
              <a:gd name="csX4" fmla="*/ 3662 w 120052"/>
              <a:gd name="csY4" fmla="*/ 511336 h 515831"/>
              <a:gd name="csX5" fmla="*/ 77617 w 120052"/>
              <a:gd name="csY5" fmla="*/ 512884 h 515831"/>
              <a:gd name="csX6" fmla="*/ 120052 w 120052"/>
              <a:gd name="csY6" fmla="*/ 512884 h 515831"/>
              <a:gd name="csX7" fmla="*/ 92893 w 120052"/>
              <a:gd name="csY7" fmla="*/ 338609 h 515831"/>
              <a:gd name="csX8" fmla="*/ 80784 w 120052"/>
              <a:gd name="csY8" fmla="*/ 199646 h 515831"/>
              <a:gd name="csX0" fmla="*/ 80784 w 120052"/>
              <a:gd name="csY0" fmla="*/ 48110 h 364295"/>
              <a:gd name="csX1" fmla="*/ 27956 w 120052"/>
              <a:gd name="csY1" fmla="*/ 40738 h 364295"/>
              <a:gd name="csX2" fmla="*/ 11209 w 120052"/>
              <a:gd name="csY2" fmla="*/ 227604 h 364295"/>
              <a:gd name="csX3" fmla="*/ 6747 w 120052"/>
              <a:gd name="csY3" fmla="*/ 318869 h 364295"/>
              <a:gd name="csX4" fmla="*/ 3662 w 120052"/>
              <a:gd name="csY4" fmla="*/ 359800 h 364295"/>
              <a:gd name="csX5" fmla="*/ 77617 w 120052"/>
              <a:gd name="csY5" fmla="*/ 361348 h 364295"/>
              <a:gd name="csX6" fmla="*/ 120052 w 120052"/>
              <a:gd name="csY6" fmla="*/ 361348 h 364295"/>
              <a:gd name="csX7" fmla="*/ 92893 w 120052"/>
              <a:gd name="csY7" fmla="*/ 187073 h 364295"/>
              <a:gd name="csX8" fmla="*/ 80784 w 120052"/>
              <a:gd name="csY8" fmla="*/ 48110 h 364295"/>
              <a:gd name="csX0" fmla="*/ 92893 w 120052"/>
              <a:gd name="csY0" fmla="*/ 146662 h 323884"/>
              <a:gd name="csX1" fmla="*/ 27956 w 120052"/>
              <a:gd name="csY1" fmla="*/ 327 h 323884"/>
              <a:gd name="csX2" fmla="*/ 11209 w 120052"/>
              <a:gd name="csY2" fmla="*/ 187193 h 323884"/>
              <a:gd name="csX3" fmla="*/ 6747 w 120052"/>
              <a:gd name="csY3" fmla="*/ 278458 h 323884"/>
              <a:gd name="csX4" fmla="*/ 3662 w 120052"/>
              <a:gd name="csY4" fmla="*/ 319389 h 323884"/>
              <a:gd name="csX5" fmla="*/ 77617 w 120052"/>
              <a:gd name="csY5" fmla="*/ 320937 h 323884"/>
              <a:gd name="csX6" fmla="*/ 120052 w 120052"/>
              <a:gd name="csY6" fmla="*/ 320937 h 323884"/>
              <a:gd name="csX7" fmla="*/ 92893 w 120052"/>
              <a:gd name="csY7" fmla="*/ 146662 h 323884"/>
              <a:gd name="csX0" fmla="*/ 92893 w 120052"/>
              <a:gd name="csY0" fmla="*/ 150479 h 327701"/>
              <a:gd name="csX1" fmla="*/ 72647 w 120052"/>
              <a:gd name="csY1" fmla="*/ 59128 h 327701"/>
              <a:gd name="csX2" fmla="*/ 27956 w 120052"/>
              <a:gd name="csY2" fmla="*/ 4144 h 327701"/>
              <a:gd name="csX3" fmla="*/ 11209 w 120052"/>
              <a:gd name="csY3" fmla="*/ 191010 h 327701"/>
              <a:gd name="csX4" fmla="*/ 6747 w 120052"/>
              <a:gd name="csY4" fmla="*/ 282275 h 327701"/>
              <a:gd name="csX5" fmla="*/ 3662 w 120052"/>
              <a:gd name="csY5" fmla="*/ 323206 h 327701"/>
              <a:gd name="csX6" fmla="*/ 77617 w 120052"/>
              <a:gd name="csY6" fmla="*/ 324754 h 327701"/>
              <a:gd name="csX7" fmla="*/ 120052 w 120052"/>
              <a:gd name="csY7" fmla="*/ 324754 h 327701"/>
              <a:gd name="csX8" fmla="*/ 92893 w 120052"/>
              <a:gd name="csY8" fmla="*/ 150479 h 327701"/>
              <a:gd name="csX0" fmla="*/ 92893 w 120052"/>
              <a:gd name="csY0" fmla="*/ 150066 h 327288"/>
              <a:gd name="csX1" fmla="*/ 94048 w 120052"/>
              <a:gd name="csY1" fmla="*/ 104468 h 327288"/>
              <a:gd name="csX2" fmla="*/ 72647 w 120052"/>
              <a:gd name="csY2" fmla="*/ 58715 h 327288"/>
              <a:gd name="csX3" fmla="*/ 27956 w 120052"/>
              <a:gd name="csY3" fmla="*/ 3731 h 327288"/>
              <a:gd name="csX4" fmla="*/ 11209 w 120052"/>
              <a:gd name="csY4" fmla="*/ 190597 h 327288"/>
              <a:gd name="csX5" fmla="*/ 6747 w 120052"/>
              <a:gd name="csY5" fmla="*/ 281862 h 327288"/>
              <a:gd name="csX6" fmla="*/ 3662 w 120052"/>
              <a:gd name="csY6" fmla="*/ 322793 h 327288"/>
              <a:gd name="csX7" fmla="*/ 77617 w 120052"/>
              <a:gd name="csY7" fmla="*/ 324341 h 327288"/>
              <a:gd name="csX8" fmla="*/ 120052 w 120052"/>
              <a:gd name="csY8" fmla="*/ 324341 h 327288"/>
              <a:gd name="csX9" fmla="*/ 92893 w 120052"/>
              <a:gd name="csY9" fmla="*/ 150066 h 327288"/>
              <a:gd name="csX0" fmla="*/ 92893 w 104184"/>
              <a:gd name="csY0" fmla="*/ 150066 h 327288"/>
              <a:gd name="csX1" fmla="*/ 94048 w 104184"/>
              <a:gd name="csY1" fmla="*/ 104468 h 327288"/>
              <a:gd name="csX2" fmla="*/ 72647 w 104184"/>
              <a:gd name="csY2" fmla="*/ 58715 h 327288"/>
              <a:gd name="csX3" fmla="*/ 27956 w 104184"/>
              <a:gd name="csY3" fmla="*/ 3731 h 327288"/>
              <a:gd name="csX4" fmla="*/ 11209 w 104184"/>
              <a:gd name="csY4" fmla="*/ 190597 h 327288"/>
              <a:gd name="csX5" fmla="*/ 6747 w 104184"/>
              <a:gd name="csY5" fmla="*/ 281862 h 327288"/>
              <a:gd name="csX6" fmla="*/ 3662 w 104184"/>
              <a:gd name="csY6" fmla="*/ 322793 h 327288"/>
              <a:gd name="csX7" fmla="*/ 77617 w 104184"/>
              <a:gd name="csY7" fmla="*/ 324341 h 327288"/>
              <a:gd name="csX8" fmla="*/ 104184 w 104184"/>
              <a:gd name="csY8" fmla="*/ 324341 h 327288"/>
              <a:gd name="csX9" fmla="*/ 92893 w 104184"/>
              <a:gd name="csY9" fmla="*/ 150066 h 327288"/>
              <a:gd name="csX0" fmla="*/ 92893 w 104184"/>
              <a:gd name="csY0" fmla="*/ 198834 h 376056"/>
              <a:gd name="csX1" fmla="*/ 94048 w 104184"/>
              <a:gd name="csY1" fmla="*/ 153236 h 376056"/>
              <a:gd name="csX2" fmla="*/ 72647 w 104184"/>
              <a:gd name="csY2" fmla="*/ 107483 h 376056"/>
              <a:gd name="csX3" fmla="*/ 58346 w 104184"/>
              <a:gd name="csY3" fmla="*/ 1597 h 376056"/>
              <a:gd name="csX4" fmla="*/ 27956 w 104184"/>
              <a:gd name="csY4" fmla="*/ 52499 h 376056"/>
              <a:gd name="csX5" fmla="*/ 11209 w 104184"/>
              <a:gd name="csY5" fmla="*/ 239365 h 376056"/>
              <a:gd name="csX6" fmla="*/ 6747 w 104184"/>
              <a:gd name="csY6" fmla="*/ 330630 h 376056"/>
              <a:gd name="csX7" fmla="*/ 3662 w 104184"/>
              <a:gd name="csY7" fmla="*/ 371561 h 376056"/>
              <a:gd name="csX8" fmla="*/ 77617 w 104184"/>
              <a:gd name="csY8" fmla="*/ 373109 h 376056"/>
              <a:gd name="csX9" fmla="*/ 104184 w 104184"/>
              <a:gd name="csY9" fmla="*/ 373109 h 376056"/>
              <a:gd name="csX10" fmla="*/ 92893 w 104184"/>
              <a:gd name="csY10" fmla="*/ 198834 h 376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4184" h="376056">
                <a:moveTo>
                  <a:pt x="92893" y="198834"/>
                </a:moveTo>
                <a:cubicBezTo>
                  <a:pt x="86576" y="162189"/>
                  <a:pt x="97422" y="168461"/>
                  <a:pt x="94048" y="153236"/>
                </a:cubicBezTo>
                <a:cubicBezTo>
                  <a:pt x="90674" y="138011"/>
                  <a:pt x="79258" y="121172"/>
                  <a:pt x="72647" y="107483"/>
                </a:cubicBezTo>
                <a:cubicBezTo>
                  <a:pt x="66036" y="93794"/>
                  <a:pt x="65795" y="10761"/>
                  <a:pt x="58346" y="1597"/>
                </a:cubicBezTo>
                <a:cubicBezTo>
                  <a:pt x="50898" y="-7567"/>
                  <a:pt x="35151" y="24454"/>
                  <a:pt x="27956" y="52499"/>
                </a:cubicBezTo>
                <a:cubicBezTo>
                  <a:pt x="10293" y="163027"/>
                  <a:pt x="-638" y="127544"/>
                  <a:pt x="11209" y="239365"/>
                </a:cubicBezTo>
                <a:cubicBezTo>
                  <a:pt x="6686" y="303129"/>
                  <a:pt x="3144" y="317690"/>
                  <a:pt x="6747" y="330630"/>
                </a:cubicBezTo>
                <a:cubicBezTo>
                  <a:pt x="8388" y="351576"/>
                  <a:pt x="-6700" y="363032"/>
                  <a:pt x="3662" y="371561"/>
                </a:cubicBezTo>
                <a:cubicBezTo>
                  <a:pt x="7539" y="385458"/>
                  <a:pt x="66552" y="361620"/>
                  <a:pt x="77617" y="373109"/>
                </a:cubicBezTo>
                <a:lnTo>
                  <a:pt x="104184" y="373109"/>
                </a:lnTo>
                <a:cubicBezTo>
                  <a:pt x="83289" y="322261"/>
                  <a:pt x="101078" y="253129"/>
                  <a:pt x="92893" y="198834"/>
                </a:cubicBezTo>
                <a:close/>
              </a:path>
            </a:pathLst>
          </a:custGeom>
          <a:gradFill flip="none" rotWithShape="1">
            <a:gsLst>
              <a:gs pos="0">
                <a:srgbClr val="680000"/>
              </a:gs>
              <a:gs pos="10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1" name="Freeform 25">
            <a:extLst>
              <a:ext uri="{FF2B5EF4-FFF2-40B4-BE49-F238E27FC236}">
                <a16:creationId xmlns:a16="http://schemas.microsoft.com/office/drawing/2014/main" id="{C158FD95-2F06-BFF5-CD14-1EDEB46400BF}"/>
              </a:ext>
            </a:extLst>
          </p:cNvPr>
          <p:cNvSpPr/>
          <p:nvPr/>
        </p:nvSpPr>
        <p:spPr>
          <a:xfrm rot="19671096">
            <a:off x="171655" y="-157120"/>
            <a:ext cx="519385" cy="79484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2" name="Arc 31">
            <a:extLst>
              <a:ext uri="{FF2B5EF4-FFF2-40B4-BE49-F238E27FC236}">
                <a16:creationId xmlns:a16="http://schemas.microsoft.com/office/drawing/2014/main" id="{EF5AC06E-B1B2-35FA-E046-B7DA8AA3DF61}"/>
              </a:ext>
            </a:extLst>
          </p:cNvPr>
          <p:cNvSpPr/>
          <p:nvPr/>
        </p:nvSpPr>
        <p:spPr>
          <a:xfrm rot="20828105">
            <a:off x="277028" y="164696"/>
            <a:ext cx="663813" cy="2177506"/>
          </a:xfrm>
          <a:prstGeom prst="arc">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33" name="Freeform: Shape 32">
            <a:extLst>
              <a:ext uri="{FF2B5EF4-FFF2-40B4-BE49-F238E27FC236}">
                <a16:creationId xmlns:a16="http://schemas.microsoft.com/office/drawing/2014/main" id="{B97ABD4D-074E-5593-FB84-B81CD07643CE}"/>
              </a:ext>
            </a:extLst>
          </p:cNvPr>
          <p:cNvSpPr/>
          <p:nvPr/>
        </p:nvSpPr>
        <p:spPr>
          <a:xfrm>
            <a:off x="893852" y="328774"/>
            <a:ext cx="1263721" cy="1387011"/>
          </a:xfrm>
          <a:custGeom>
            <a:avLst/>
            <a:gdLst>
              <a:gd name="csX0" fmla="*/ 0 w 1263721"/>
              <a:gd name="csY0" fmla="*/ 1387011 h 1387011"/>
              <a:gd name="csX1" fmla="*/ 297950 w 1263721"/>
              <a:gd name="csY1" fmla="*/ 852755 h 1387011"/>
              <a:gd name="csX2" fmla="*/ 421240 w 1263721"/>
              <a:gd name="csY2" fmla="*/ 462337 h 1387011"/>
              <a:gd name="csX3" fmla="*/ 914400 w 1263721"/>
              <a:gd name="csY3" fmla="*/ 287676 h 1387011"/>
              <a:gd name="csX4" fmla="*/ 1068512 w 1263721"/>
              <a:gd name="csY4" fmla="*/ 102741 h 1387011"/>
              <a:gd name="csX5" fmla="*/ 1263721 w 1263721"/>
              <a:gd name="csY5" fmla="*/ 0 h 1387011"/>
              <a:gd name="csX6" fmla="*/ 1263721 w 1263721"/>
              <a:gd name="csY6" fmla="*/ 0 h 13870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63721" h="1387011">
                <a:moveTo>
                  <a:pt x="0" y="1387011"/>
                </a:moveTo>
                <a:cubicBezTo>
                  <a:pt x="113871" y="1196939"/>
                  <a:pt x="227743" y="1006867"/>
                  <a:pt x="297950" y="852755"/>
                </a:cubicBezTo>
                <a:cubicBezTo>
                  <a:pt x="368157" y="698643"/>
                  <a:pt x="318498" y="556517"/>
                  <a:pt x="421240" y="462337"/>
                </a:cubicBezTo>
                <a:cubicBezTo>
                  <a:pt x="523982" y="368157"/>
                  <a:pt x="806521" y="347609"/>
                  <a:pt x="914400" y="287676"/>
                </a:cubicBezTo>
                <a:cubicBezTo>
                  <a:pt x="1022279" y="227743"/>
                  <a:pt x="1010292" y="150687"/>
                  <a:pt x="1068512" y="102741"/>
                </a:cubicBezTo>
                <a:cubicBezTo>
                  <a:pt x="1126732" y="54795"/>
                  <a:pt x="1263721" y="0"/>
                  <a:pt x="1263721" y="0"/>
                </a:cubicBezTo>
                <a:lnTo>
                  <a:pt x="1263721" y="0"/>
                </a:lnTo>
              </a:path>
            </a:pathLst>
          </a:cu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34" name="Freeform: Shape 33">
            <a:extLst>
              <a:ext uri="{FF2B5EF4-FFF2-40B4-BE49-F238E27FC236}">
                <a16:creationId xmlns:a16="http://schemas.microsoft.com/office/drawing/2014/main" id="{53136C88-F6CA-9D17-8406-56F94DD16322}"/>
              </a:ext>
            </a:extLst>
          </p:cNvPr>
          <p:cNvSpPr/>
          <p:nvPr/>
        </p:nvSpPr>
        <p:spPr>
          <a:xfrm>
            <a:off x="1190624" y="82194"/>
            <a:ext cx="494338" cy="1047964"/>
          </a:xfrm>
          <a:custGeom>
            <a:avLst/>
            <a:gdLst>
              <a:gd name="csX0" fmla="*/ 1178 w 494338"/>
              <a:gd name="csY0" fmla="*/ 1047964 h 1047964"/>
              <a:gd name="csX1" fmla="*/ 42275 w 494338"/>
              <a:gd name="csY1" fmla="*/ 626724 h 1047964"/>
              <a:gd name="csX2" fmla="*/ 278580 w 494338"/>
              <a:gd name="csY2" fmla="*/ 195209 h 1047964"/>
              <a:gd name="csX3" fmla="*/ 494338 w 494338"/>
              <a:gd name="csY3" fmla="*/ 0 h 1047964"/>
              <a:gd name="csX4" fmla="*/ 494338 w 494338"/>
              <a:gd name="csY4" fmla="*/ 0 h 1047964"/>
            </a:gdLst>
            <a:ahLst/>
            <a:cxnLst>
              <a:cxn ang="0">
                <a:pos x="csX0" y="csY0"/>
              </a:cxn>
              <a:cxn ang="0">
                <a:pos x="csX1" y="csY1"/>
              </a:cxn>
              <a:cxn ang="0">
                <a:pos x="csX2" y="csY2"/>
              </a:cxn>
              <a:cxn ang="0">
                <a:pos x="csX3" y="csY3"/>
              </a:cxn>
              <a:cxn ang="0">
                <a:pos x="csX4" y="csY4"/>
              </a:cxn>
            </a:cxnLst>
            <a:rect l="l" t="t" r="r" b="b"/>
            <a:pathLst>
              <a:path w="494338" h="1047964">
                <a:moveTo>
                  <a:pt x="1178" y="1047964"/>
                </a:moveTo>
                <a:cubicBezTo>
                  <a:pt x="-1391" y="908407"/>
                  <a:pt x="-3959" y="768850"/>
                  <a:pt x="42275" y="626724"/>
                </a:cubicBezTo>
                <a:cubicBezTo>
                  <a:pt x="88509" y="484598"/>
                  <a:pt x="203236" y="299663"/>
                  <a:pt x="278580" y="195209"/>
                </a:cubicBezTo>
                <a:cubicBezTo>
                  <a:pt x="353924" y="90755"/>
                  <a:pt x="494338" y="0"/>
                  <a:pt x="494338" y="0"/>
                </a:cubicBezTo>
                <a:lnTo>
                  <a:pt x="494338" y="0"/>
                </a:lnTo>
              </a:path>
            </a:pathLst>
          </a:cu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
        <p:nvSpPr>
          <p:cNvPr id="12" name="Freeform: Shape 11">
            <a:extLst>
              <a:ext uri="{FF2B5EF4-FFF2-40B4-BE49-F238E27FC236}">
                <a16:creationId xmlns:a16="http://schemas.microsoft.com/office/drawing/2014/main" id="{F95A6CE8-6FD6-6717-311D-99D3AC6DBD96}"/>
              </a:ext>
            </a:extLst>
          </p:cNvPr>
          <p:cNvSpPr/>
          <p:nvPr/>
        </p:nvSpPr>
        <p:spPr>
          <a:xfrm>
            <a:off x="0" y="6571489"/>
            <a:ext cx="1981126" cy="65646"/>
          </a:xfrm>
          <a:custGeom>
            <a:avLst/>
            <a:gdLst>
              <a:gd name="csX0" fmla="*/ 0 w 2065106"/>
              <a:gd name="csY0" fmla="*/ 71919 h 143838"/>
              <a:gd name="csX1" fmla="*/ 328773 w 2065106"/>
              <a:gd name="csY1" fmla="*/ 113016 h 143838"/>
              <a:gd name="csX2" fmla="*/ 523982 w 2065106"/>
              <a:gd name="csY2" fmla="*/ 143838 h 143838"/>
              <a:gd name="csX3" fmla="*/ 811658 w 2065106"/>
              <a:gd name="csY3" fmla="*/ 133564 h 143838"/>
              <a:gd name="csX4" fmla="*/ 955497 w 2065106"/>
              <a:gd name="csY4" fmla="*/ 102742 h 143838"/>
              <a:gd name="csX5" fmla="*/ 1089061 w 2065106"/>
              <a:gd name="csY5" fmla="*/ 82193 h 143838"/>
              <a:gd name="csX6" fmla="*/ 1171254 w 2065106"/>
              <a:gd name="csY6" fmla="*/ 51371 h 143838"/>
              <a:gd name="csX7" fmla="*/ 1315092 w 2065106"/>
              <a:gd name="csY7" fmla="*/ 10274 h 143838"/>
              <a:gd name="csX8" fmla="*/ 1345915 w 2065106"/>
              <a:gd name="csY8" fmla="*/ 0 h 143838"/>
              <a:gd name="csX9" fmla="*/ 1469204 w 2065106"/>
              <a:gd name="csY9" fmla="*/ 10274 h 143838"/>
              <a:gd name="csX10" fmla="*/ 1541124 w 2065106"/>
              <a:gd name="csY10" fmla="*/ 41097 h 143838"/>
              <a:gd name="csX11" fmla="*/ 1654139 w 2065106"/>
              <a:gd name="csY11" fmla="*/ 61645 h 143838"/>
              <a:gd name="csX12" fmla="*/ 1736333 w 2065106"/>
              <a:gd name="csY12" fmla="*/ 71919 h 143838"/>
              <a:gd name="csX13" fmla="*/ 2065106 w 2065106"/>
              <a:gd name="csY13" fmla="*/ 71919 h 143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5106" h="143838">
                <a:moveTo>
                  <a:pt x="0" y="71919"/>
                </a:moveTo>
                <a:lnTo>
                  <a:pt x="328773" y="113016"/>
                </a:lnTo>
                <a:cubicBezTo>
                  <a:pt x="394037" y="121974"/>
                  <a:pt x="458166" y="141037"/>
                  <a:pt x="523982" y="143838"/>
                </a:cubicBezTo>
                <a:lnTo>
                  <a:pt x="811658" y="133564"/>
                </a:lnTo>
                <a:cubicBezTo>
                  <a:pt x="859604" y="123290"/>
                  <a:pt x="907282" y="111671"/>
                  <a:pt x="955497" y="102742"/>
                </a:cubicBezTo>
                <a:cubicBezTo>
                  <a:pt x="999789" y="94540"/>
                  <a:pt x="1045241" y="92626"/>
                  <a:pt x="1089061" y="82193"/>
                </a:cubicBezTo>
                <a:cubicBezTo>
                  <a:pt x="1117526" y="75416"/>
                  <a:pt x="1143371" y="60243"/>
                  <a:pt x="1171254" y="51371"/>
                </a:cubicBezTo>
                <a:cubicBezTo>
                  <a:pt x="1218771" y="36252"/>
                  <a:pt x="1267786" y="26042"/>
                  <a:pt x="1315092" y="10274"/>
                </a:cubicBezTo>
                <a:lnTo>
                  <a:pt x="1345915" y="0"/>
                </a:lnTo>
                <a:cubicBezTo>
                  <a:pt x="1387011" y="3425"/>
                  <a:pt x="1428327" y="4824"/>
                  <a:pt x="1469204" y="10274"/>
                </a:cubicBezTo>
                <a:cubicBezTo>
                  <a:pt x="1499132" y="14264"/>
                  <a:pt x="1512154" y="31440"/>
                  <a:pt x="1541124" y="41097"/>
                </a:cubicBezTo>
                <a:cubicBezTo>
                  <a:pt x="1554399" y="45522"/>
                  <a:pt x="1645083" y="60351"/>
                  <a:pt x="1654139" y="61645"/>
                </a:cubicBezTo>
                <a:cubicBezTo>
                  <a:pt x="1681473" y="65550"/>
                  <a:pt x="1708730" y="71229"/>
                  <a:pt x="1736333" y="71919"/>
                </a:cubicBezTo>
                <a:cubicBezTo>
                  <a:pt x="1845890" y="74658"/>
                  <a:pt x="1955515" y="71919"/>
                  <a:pt x="2065106" y="71919"/>
                </a:cubicBezTo>
              </a:path>
            </a:pathLst>
          </a:cu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6064F9C-6630-9F23-EC4A-38CB726FD0FE}"/>
              </a:ext>
            </a:extLst>
          </p:cNvPr>
          <p:cNvSpPr txBox="1"/>
          <p:nvPr/>
        </p:nvSpPr>
        <p:spPr>
          <a:xfrm>
            <a:off x="3017759" y="0"/>
            <a:ext cx="3956210" cy="553998"/>
          </a:xfrm>
          <a:prstGeom prst="rect">
            <a:avLst/>
          </a:prstGeom>
          <a:noFill/>
        </p:spPr>
        <p:txBody>
          <a:bodyPr wrap="square">
            <a:spAutoFit/>
          </a:bodyPr>
          <a:lstStyle/>
          <a:p>
            <a:r>
              <a:rPr lang="en-US" sz="3000">
                <a:latin typeface="Times New Roman" panose="02020603050405020304" pitchFamily="18" charset="0"/>
                <a:cs typeface="Times New Roman" panose="02020603050405020304" pitchFamily="18" charset="0"/>
              </a:rPr>
              <a:t> </a:t>
            </a:r>
          </a:p>
        </p:txBody>
      </p:sp>
      <p:sp>
        <p:nvSpPr>
          <p:cNvPr id="15" name="Arrow: Pentagon 14">
            <a:extLst>
              <a:ext uri="{FF2B5EF4-FFF2-40B4-BE49-F238E27FC236}">
                <a16:creationId xmlns:a16="http://schemas.microsoft.com/office/drawing/2014/main" id="{7C4632A5-8E1D-EC70-0A65-8B113BD653EA}"/>
              </a:ext>
            </a:extLst>
          </p:cNvPr>
          <p:cNvSpPr/>
          <p:nvPr/>
        </p:nvSpPr>
        <p:spPr>
          <a:xfrm>
            <a:off x="2813349" y="7505"/>
            <a:ext cx="2612924" cy="54967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000">
                <a:latin typeface="Times New Roman" panose="02020603050405020304" pitchFamily="18" charset="0"/>
                <a:cs typeface="Times New Roman" panose="02020603050405020304" pitchFamily="18" charset="0"/>
              </a:rPr>
              <a:t>Background</a:t>
            </a:r>
            <a:endParaRPr lang="en-US" sz="3000"/>
          </a:p>
        </p:txBody>
      </p:sp>
      <p:sp>
        <p:nvSpPr>
          <p:cNvPr id="16" name="TextBox 15">
            <a:extLst>
              <a:ext uri="{FF2B5EF4-FFF2-40B4-BE49-F238E27FC236}">
                <a16:creationId xmlns:a16="http://schemas.microsoft.com/office/drawing/2014/main" id="{0F177C99-A826-5300-3129-A2473356D54F}"/>
              </a:ext>
            </a:extLst>
          </p:cNvPr>
          <p:cNvSpPr txBox="1"/>
          <p:nvPr/>
        </p:nvSpPr>
        <p:spPr>
          <a:xfrm>
            <a:off x="1805761" y="2026207"/>
            <a:ext cx="6686666" cy="3477875"/>
          </a:xfrm>
          <a:prstGeom prst="rect">
            <a:avLst/>
          </a:prstGeom>
          <a:noFill/>
        </p:spPr>
        <p:txBody>
          <a:bodyPr wrap="square">
            <a:spAutoFit/>
          </a:bodyPr>
          <a:lstStyle/>
          <a:p>
            <a:pPr marL="342900" indent="-34290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Most studies on vertical variation in GHG fluxes have focused predominantly on:</a:t>
            </a:r>
          </a:p>
          <a:p>
            <a:pPr marL="800100" lvl="1"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lower stem sections,</a:t>
            </a:r>
          </a:p>
          <a:p>
            <a:pPr marL="800100" lvl="1"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only on one of the GHGs. </a:t>
            </a:r>
          </a:p>
          <a:p>
            <a:pPr marL="2628900" lvl="5" indent="-342900">
              <a:buFont typeface="Courier New" panose="02070309020205020404" pitchFamily="49" charset="0"/>
              <a:buChar char="o"/>
            </a:pPr>
            <a:endParaRPr lang="en-US" sz="2000" dirty="0">
              <a:latin typeface="Times New Roman" panose="02020603050405020304" pitchFamily="18" charset="0"/>
              <a:cs typeface="Times New Roman" panose="02020603050405020304" pitchFamily="18" charset="0"/>
            </a:endParaRPr>
          </a:p>
          <a:p>
            <a:pPr marL="2628900" lvl="5" indent="-342900">
              <a:buFont typeface="Courier New" panose="02070309020205020404" pitchFamily="49" charset="0"/>
              <a:buChar char="o"/>
            </a:pPr>
            <a:endParaRPr lang="en-US" sz="2000" dirty="0">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We still lack clear picture of how major GHGs change,</a:t>
            </a:r>
          </a:p>
          <a:p>
            <a:pPr lvl="1"/>
            <a:r>
              <a:rPr lang="en-US" sz="2000" dirty="0">
                <a:latin typeface="Times New Roman" panose="02020603050405020304" pitchFamily="18" charset="0"/>
                <a:cs typeface="Times New Roman" panose="02020603050405020304" pitchFamily="18" charset="0"/>
              </a:rPr>
              <a:t>     from the forest floor to the canopy height.</a:t>
            </a:r>
          </a:p>
          <a:p>
            <a:pPr lvl="1"/>
            <a:endParaRPr lang="en-US" sz="2000" dirty="0">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endParaRPr lang="en-US" sz="2000" dirty="0">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Creating uncertainties in contributions from trees</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p>
        </p:txBody>
      </p:sp>
      <p:sp>
        <p:nvSpPr>
          <p:cNvPr id="13" name="Right Brace 12">
            <a:extLst>
              <a:ext uri="{FF2B5EF4-FFF2-40B4-BE49-F238E27FC236}">
                <a16:creationId xmlns:a16="http://schemas.microsoft.com/office/drawing/2014/main" id="{BC1BA82E-160D-5ADF-4CB2-0C36CF629521}"/>
              </a:ext>
            </a:extLst>
          </p:cNvPr>
          <p:cNvSpPr/>
          <p:nvPr/>
        </p:nvSpPr>
        <p:spPr>
          <a:xfrm>
            <a:off x="1260165" y="5630243"/>
            <a:ext cx="311593" cy="1107528"/>
          </a:xfrm>
          <a:prstGeom prst="rightBrace">
            <a:avLst>
              <a:gd name="adj1" fmla="val 73594"/>
              <a:gd name="adj2" fmla="val 50000"/>
            </a:avLst>
          </a:prstGeom>
          <a:ln w="76200">
            <a:solidFill>
              <a:srgbClr val="C00000"/>
            </a:solidFill>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en-US" sz="2400"/>
          </a:p>
        </p:txBody>
      </p:sp>
      <p:sp>
        <p:nvSpPr>
          <p:cNvPr id="20" name="Slide Number Placeholder 19">
            <a:extLst>
              <a:ext uri="{FF2B5EF4-FFF2-40B4-BE49-F238E27FC236}">
                <a16:creationId xmlns:a16="http://schemas.microsoft.com/office/drawing/2014/main" id="{D7C67083-197C-BB46-AD6C-4F1DD75C2745}"/>
              </a:ext>
            </a:extLst>
          </p:cNvPr>
          <p:cNvSpPr>
            <a:spLocks noGrp="1"/>
          </p:cNvSpPr>
          <p:nvPr>
            <p:ph type="sldNum" sz="quarter" idx="12"/>
          </p:nvPr>
        </p:nvSpPr>
        <p:spPr>
          <a:xfrm>
            <a:off x="8611030" y="6343006"/>
            <a:ext cx="2743200" cy="365125"/>
          </a:xfrm>
        </p:spPr>
        <p:txBody>
          <a:bodyPr/>
          <a:lstStyle/>
          <a:p>
            <a:fld id="{511E72FE-814A-43D7-AA66-638DB960BCF9}" type="slidenum">
              <a:rPr lang="en-US" smtClean="0"/>
              <a:t>5</a:t>
            </a:fld>
            <a:endParaRPr lang="en-US" dirty="0"/>
          </a:p>
        </p:txBody>
      </p:sp>
      <p:graphicFrame>
        <p:nvGraphicFramePr>
          <p:cNvPr id="21" name="Table 20">
            <a:extLst>
              <a:ext uri="{FF2B5EF4-FFF2-40B4-BE49-F238E27FC236}">
                <a16:creationId xmlns:a16="http://schemas.microsoft.com/office/drawing/2014/main" id="{A7606936-AB5C-9716-21C0-5E7ED59E99FC}"/>
              </a:ext>
            </a:extLst>
          </p:cNvPr>
          <p:cNvGraphicFramePr>
            <a:graphicFrameLocks noGrp="1"/>
          </p:cNvGraphicFramePr>
          <p:nvPr>
            <p:extLst>
              <p:ext uri="{D42A27DB-BD31-4B8C-83A1-F6EECF244321}">
                <p14:modId xmlns:p14="http://schemas.microsoft.com/office/powerpoint/2010/main" val="770184830"/>
              </p:ext>
            </p:extLst>
          </p:nvPr>
        </p:nvGraphicFramePr>
        <p:xfrm>
          <a:off x="8199486" y="1903520"/>
          <a:ext cx="3949569" cy="3918822"/>
        </p:xfrm>
        <a:graphic>
          <a:graphicData uri="http://schemas.openxmlformats.org/drawingml/2006/table">
            <a:tbl>
              <a:tblPr>
                <a:tableStyleId>{93296810-A885-4BE3-A3E7-6D5BEEA58F35}</a:tableStyleId>
              </a:tblPr>
              <a:tblGrid>
                <a:gridCol w="1113092">
                  <a:extLst>
                    <a:ext uri="{9D8B030D-6E8A-4147-A177-3AD203B41FA5}">
                      <a16:colId xmlns:a16="http://schemas.microsoft.com/office/drawing/2014/main" val="2402461609"/>
                    </a:ext>
                  </a:extLst>
                </a:gridCol>
                <a:gridCol w="1362179">
                  <a:extLst>
                    <a:ext uri="{9D8B030D-6E8A-4147-A177-3AD203B41FA5}">
                      <a16:colId xmlns:a16="http://schemas.microsoft.com/office/drawing/2014/main" val="3719798222"/>
                    </a:ext>
                  </a:extLst>
                </a:gridCol>
                <a:gridCol w="1474298">
                  <a:extLst>
                    <a:ext uri="{9D8B030D-6E8A-4147-A177-3AD203B41FA5}">
                      <a16:colId xmlns:a16="http://schemas.microsoft.com/office/drawing/2014/main" val="4129101797"/>
                    </a:ext>
                  </a:extLst>
                </a:gridCol>
              </a:tblGrid>
              <a:tr h="708348">
                <a:tc>
                  <a:txBody>
                    <a:bodyPr/>
                    <a:lstStyle/>
                    <a:p>
                      <a:pPr algn="ctr" fontAlgn="ctr">
                        <a:buNone/>
                      </a:pPr>
                      <a:r>
                        <a:rPr lang="en-US" sz="1200" b="1" u="none" strike="noStrike" dirty="0">
                          <a:effectLst/>
                        </a:rPr>
                        <a:t>Study</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ctr">
                        <a:buNone/>
                      </a:pPr>
                      <a:r>
                        <a:rPr lang="en-US" sz="1200" b="1" u="none" strike="noStrike" dirty="0">
                          <a:effectLst/>
                        </a:rPr>
                        <a:t>GHG measured</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ctr">
                        <a:buNone/>
                      </a:pPr>
                      <a:r>
                        <a:rPr lang="en-US" sz="1200" b="1" u="none" strike="noStrike" dirty="0">
                          <a:effectLst/>
                        </a:rPr>
                        <a:t>Measurements heights (m)</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618186"/>
                  </a:ext>
                </a:extLst>
              </a:tr>
              <a:tr h="409221">
                <a:tc>
                  <a:txBody>
                    <a:bodyPr/>
                    <a:lstStyle/>
                    <a:p>
                      <a:pPr algn="ctr" fontAlgn="ctr">
                        <a:buNone/>
                      </a:pPr>
                      <a:r>
                        <a:rPr lang="en-US" sz="1200" u="none" strike="noStrike" dirty="0">
                          <a:effectLst/>
                        </a:rPr>
                        <a:t>Epron et al. (2025)</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fontAlgn="ctr">
                        <a:buNone/>
                      </a:pPr>
                      <a:r>
                        <a:rPr lang="en-US" sz="1200" u="none" strike="noStrike" dirty="0">
                          <a:effectLst/>
                        </a:rPr>
                        <a:t>CH₄</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fontAlgn="ctr">
                        <a:buNone/>
                      </a:pPr>
                      <a:r>
                        <a:rPr lang="en-US" sz="1200" u="none" strike="noStrike" dirty="0">
                          <a:effectLst/>
                        </a:rPr>
                        <a:t>up to 12 m above ground</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a16="http://schemas.microsoft.com/office/drawing/2014/main" val="908925926"/>
                  </a:ext>
                </a:extLst>
              </a:tr>
              <a:tr h="409221">
                <a:tc>
                  <a:txBody>
                    <a:bodyPr/>
                    <a:lstStyle/>
                    <a:p>
                      <a:pPr algn="ctr" fontAlgn="ctr">
                        <a:buNone/>
                      </a:pPr>
                      <a:r>
                        <a:rPr lang="en-US" sz="1200" u="none" strike="noStrike" dirty="0">
                          <a:effectLst/>
                        </a:rPr>
                        <a:t>Klaus et al. (2024)</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1">
                        <a:lumMod val="95000"/>
                      </a:schemeClr>
                    </a:solidFill>
                  </a:tcPr>
                </a:tc>
                <a:tc>
                  <a:txBody>
                    <a:bodyPr/>
                    <a:lstStyle/>
                    <a:p>
                      <a:pPr algn="ctr" fontAlgn="ctr">
                        <a:buNone/>
                      </a:pPr>
                      <a:r>
                        <a:rPr lang="en-US" sz="1200" u="none" strike="noStrike" dirty="0">
                          <a:effectLst/>
                        </a:rPr>
                        <a:t>CO₂, CH₄, N₂O</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1">
                        <a:lumMod val="95000"/>
                      </a:schemeClr>
                    </a:solidFill>
                  </a:tcPr>
                </a:tc>
                <a:tc>
                  <a:txBody>
                    <a:bodyPr/>
                    <a:lstStyle/>
                    <a:p>
                      <a:pPr algn="ctr" fontAlgn="ctr">
                        <a:buNone/>
                      </a:pPr>
                      <a:r>
                        <a:rPr lang="en-US" sz="1200" u="none" strike="noStrike" dirty="0">
                          <a:effectLst/>
                        </a:rPr>
                        <a:t>0.35, 0.75, 1.55</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1">
                        <a:lumMod val="95000"/>
                      </a:schemeClr>
                    </a:solidFill>
                  </a:tcPr>
                </a:tc>
                <a:extLst>
                  <a:ext uri="{0D108BD9-81ED-4DB2-BD59-A6C34878D82A}">
                    <a16:rowId xmlns:a16="http://schemas.microsoft.com/office/drawing/2014/main" val="3305130961"/>
                  </a:ext>
                </a:extLst>
              </a:tr>
              <a:tr h="524530">
                <a:tc>
                  <a:txBody>
                    <a:bodyPr/>
                    <a:lstStyle/>
                    <a:p>
                      <a:pPr algn="ctr" fontAlgn="ctr">
                        <a:buNone/>
                      </a:pPr>
                      <a:r>
                        <a:rPr lang="en-US" sz="1200" u="none" strike="noStrike">
                          <a:effectLst/>
                        </a:rPr>
                        <a:t>Jeffrey et al. (2023)</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1">
                        <a:lumMod val="95000"/>
                      </a:schemeClr>
                    </a:solidFill>
                  </a:tcPr>
                </a:tc>
                <a:tc>
                  <a:txBody>
                    <a:bodyPr/>
                    <a:lstStyle/>
                    <a:p>
                      <a:pPr algn="ctr" fontAlgn="ctr">
                        <a:buNone/>
                      </a:pPr>
                      <a:r>
                        <a:rPr lang="en-US" sz="1200" u="none" strike="noStrike" dirty="0">
                          <a:effectLst/>
                        </a:rPr>
                        <a:t>CH₄</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1">
                        <a:lumMod val="95000"/>
                      </a:schemeClr>
                    </a:solidFill>
                  </a:tcPr>
                </a:tc>
                <a:tc>
                  <a:txBody>
                    <a:bodyPr/>
                    <a:lstStyle/>
                    <a:p>
                      <a:pPr algn="ctr" fontAlgn="ctr">
                        <a:buNone/>
                      </a:pPr>
                      <a:r>
                        <a:rPr lang="en-US" sz="1200" u="none" strike="noStrike" dirty="0">
                          <a:effectLst/>
                        </a:rPr>
                        <a:t>0.3,0.55,0.9, 1.2</a:t>
                      </a:r>
                      <a:endParaRPr lang="en-US" sz="1200" u="none" strike="noStrike" dirty="0">
                        <a:effectLst/>
                        <a:latin typeface="Times New Roman" panose="02020603050405020304" pitchFamily="18" charset="0"/>
                        <a:cs typeface="Times New Roman" panose="02020603050405020304" pitchFamily="18" charset="0"/>
                      </a:endParaRPr>
                    </a:p>
                  </a:txBody>
                  <a:tcPr marL="9525" marR="9525" marT="9525" marB="0" anchor="ctr">
                    <a:solidFill>
                      <a:schemeClr val="bg1">
                        <a:lumMod val="95000"/>
                      </a:schemeClr>
                    </a:solidFill>
                  </a:tcPr>
                </a:tc>
                <a:extLst>
                  <a:ext uri="{0D108BD9-81ED-4DB2-BD59-A6C34878D82A}">
                    <a16:rowId xmlns:a16="http://schemas.microsoft.com/office/drawing/2014/main" val="1954276484"/>
                  </a:ext>
                </a:extLst>
              </a:tr>
              <a:tr h="524530">
                <a:tc>
                  <a:txBody>
                    <a:bodyPr/>
                    <a:lstStyle/>
                    <a:p>
                      <a:pPr algn="ctr" fontAlgn="ctr">
                        <a:buNone/>
                      </a:pPr>
                      <a:r>
                        <a:rPr lang="en-US" sz="1200" u="none" strike="noStrike" dirty="0">
                          <a:effectLst/>
                        </a:rPr>
                        <a:t>van Haren et al. (2021)</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1">
                        <a:lumMod val="95000"/>
                      </a:schemeClr>
                    </a:solidFill>
                  </a:tcPr>
                </a:tc>
                <a:tc>
                  <a:txBody>
                    <a:bodyPr/>
                    <a:lstStyle/>
                    <a:p>
                      <a:pPr algn="ctr" fontAlgn="ctr">
                        <a:buNone/>
                      </a:pPr>
                      <a:r>
                        <a:rPr lang="en-US" sz="1200" u="none" strike="noStrike" dirty="0">
                          <a:effectLst/>
                        </a:rPr>
                        <a:t>CO₂, CH₄</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1">
                        <a:lumMod val="95000"/>
                      </a:schemeClr>
                    </a:solidFill>
                  </a:tcPr>
                </a:tc>
                <a:tc>
                  <a:txBody>
                    <a:bodyPr/>
                    <a:lstStyle/>
                    <a:p>
                      <a:pPr algn="ctr" fontAlgn="ctr">
                        <a:buNone/>
                      </a:pPr>
                      <a:r>
                        <a:rPr lang="en-US" sz="1200" u="none" strike="noStrike" dirty="0">
                          <a:effectLst/>
                        </a:rPr>
                        <a:t>0.07 to 4.91 m</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1">
                        <a:lumMod val="95000"/>
                      </a:schemeClr>
                    </a:solidFill>
                  </a:tcPr>
                </a:tc>
                <a:extLst>
                  <a:ext uri="{0D108BD9-81ED-4DB2-BD59-A6C34878D82A}">
                    <a16:rowId xmlns:a16="http://schemas.microsoft.com/office/drawing/2014/main" val="244315663"/>
                  </a:ext>
                </a:extLst>
              </a:tr>
              <a:tr h="524530">
                <a:tc>
                  <a:txBody>
                    <a:bodyPr/>
                    <a:lstStyle/>
                    <a:p>
                      <a:pPr algn="ctr" fontAlgn="ctr">
                        <a:buNone/>
                      </a:pPr>
                      <a:r>
                        <a:rPr lang="en-US" sz="1200" u="none" strike="noStrike">
                          <a:effectLst/>
                        </a:rPr>
                        <a:t>Katayama et al. (2019)</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1">
                        <a:lumMod val="95000"/>
                      </a:schemeClr>
                    </a:solidFill>
                  </a:tcPr>
                </a:tc>
                <a:tc>
                  <a:txBody>
                    <a:bodyPr/>
                    <a:lstStyle/>
                    <a:p>
                      <a:pPr algn="ctr" fontAlgn="ctr">
                        <a:buNone/>
                      </a:pPr>
                      <a:r>
                        <a:rPr lang="en-US" sz="1200" u="none" strike="noStrike" dirty="0">
                          <a:effectLst/>
                        </a:rPr>
                        <a:t>CO₂</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1">
                        <a:lumMod val="95000"/>
                      </a:schemeClr>
                    </a:solidFill>
                  </a:tcPr>
                </a:tc>
                <a:tc>
                  <a:txBody>
                    <a:bodyPr/>
                    <a:lstStyle/>
                    <a:p>
                      <a:pPr algn="ctr" fontAlgn="ctr">
                        <a:buNone/>
                      </a:pPr>
                      <a:r>
                        <a:rPr lang="en-US" sz="1200" u="none" strike="noStrike" dirty="0">
                          <a:effectLst/>
                        </a:rPr>
                        <a:t>1, 22, 32</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1">
                        <a:lumMod val="95000"/>
                      </a:schemeClr>
                    </a:solidFill>
                  </a:tcPr>
                </a:tc>
                <a:extLst>
                  <a:ext uri="{0D108BD9-81ED-4DB2-BD59-A6C34878D82A}">
                    <a16:rowId xmlns:a16="http://schemas.microsoft.com/office/drawing/2014/main" val="3235101581"/>
                  </a:ext>
                </a:extLst>
              </a:tr>
              <a:tr h="409221">
                <a:tc>
                  <a:txBody>
                    <a:bodyPr/>
                    <a:lstStyle/>
                    <a:p>
                      <a:pPr algn="ctr" fontAlgn="ctr">
                        <a:buNone/>
                      </a:pPr>
                      <a:r>
                        <a:rPr lang="en-US" sz="1200" u="none" strike="noStrike">
                          <a:effectLst/>
                        </a:rPr>
                        <a:t>Barba et al. (2019)</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1">
                        <a:lumMod val="95000"/>
                      </a:schemeClr>
                    </a:solidFill>
                  </a:tcPr>
                </a:tc>
                <a:tc>
                  <a:txBody>
                    <a:bodyPr/>
                    <a:lstStyle/>
                    <a:p>
                      <a:pPr algn="ctr" fontAlgn="ctr">
                        <a:buNone/>
                      </a:pPr>
                      <a:r>
                        <a:rPr lang="en-US" sz="1200" u="none" strike="noStrike" dirty="0">
                          <a:effectLst/>
                        </a:rPr>
                        <a:t>CO₂, CH₄, N₂O</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1">
                        <a:lumMod val="95000"/>
                      </a:schemeClr>
                    </a:solidFill>
                  </a:tcPr>
                </a:tc>
                <a:tc>
                  <a:txBody>
                    <a:bodyPr/>
                    <a:lstStyle/>
                    <a:p>
                      <a:pPr algn="ctr" fontAlgn="ctr">
                        <a:buNone/>
                      </a:pPr>
                      <a:r>
                        <a:rPr lang="en-US" sz="1200" u="none" strike="noStrike" dirty="0">
                          <a:effectLst/>
                        </a:rPr>
                        <a:t>0.75, 1.5</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1">
                        <a:lumMod val="95000"/>
                      </a:schemeClr>
                    </a:solidFill>
                  </a:tcPr>
                </a:tc>
                <a:extLst>
                  <a:ext uri="{0D108BD9-81ED-4DB2-BD59-A6C34878D82A}">
                    <a16:rowId xmlns:a16="http://schemas.microsoft.com/office/drawing/2014/main" val="824712881"/>
                  </a:ext>
                </a:extLst>
              </a:tr>
              <a:tr h="409221">
                <a:tc>
                  <a:txBody>
                    <a:bodyPr/>
                    <a:lstStyle/>
                    <a:p>
                      <a:pPr algn="ctr" fontAlgn="ctr">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9525" marR="9525" marT="9525" marB="0" anchor="ctr">
                    <a:solidFill>
                      <a:schemeClr val="bg1">
                        <a:lumMod val="95000"/>
                      </a:schemeClr>
                    </a:solidFill>
                  </a:tcPr>
                </a:tc>
                <a:tc>
                  <a:txBody>
                    <a:bodyPr/>
                    <a:lstStyle/>
                    <a:p>
                      <a:pPr algn="ctr" fontAlgn="ctr">
                        <a:buNone/>
                      </a:pP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1">
                        <a:lumMod val="95000"/>
                      </a:schemeClr>
                    </a:solidFill>
                  </a:tcPr>
                </a:tc>
                <a:tc>
                  <a:txBody>
                    <a:bodyPr/>
                    <a:lstStyle/>
                    <a:p>
                      <a:pPr algn="ctr" fontAlgn="ctr">
                        <a:buNone/>
                      </a:pP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1">
                        <a:lumMod val="95000"/>
                      </a:schemeClr>
                    </a:solidFill>
                  </a:tcPr>
                </a:tc>
                <a:extLst>
                  <a:ext uri="{0D108BD9-81ED-4DB2-BD59-A6C34878D82A}">
                    <a16:rowId xmlns:a16="http://schemas.microsoft.com/office/drawing/2014/main" val="1948663765"/>
                  </a:ext>
                </a:extLst>
              </a:tr>
            </a:tbl>
          </a:graphicData>
        </a:graphic>
      </p:graphicFrame>
    </p:spTree>
    <p:extLst>
      <p:ext uri="{BB962C8B-B14F-4D97-AF65-F5344CB8AC3E}">
        <p14:creationId xmlns:p14="http://schemas.microsoft.com/office/powerpoint/2010/main" val="3203279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2F3D5-43E9-D536-A687-E010B504C3F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BADE33E-1C2C-58E2-EB44-C65ADD5D8C4D}"/>
              </a:ext>
            </a:extLst>
          </p:cNvPr>
          <p:cNvSpPr/>
          <p:nvPr/>
        </p:nvSpPr>
        <p:spPr>
          <a:xfrm>
            <a:off x="-1" y="6591415"/>
            <a:ext cx="1981127" cy="487480"/>
          </a:xfrm>
          <a:prstGeom prst="rect">
            <a:avLst/>
          </a:prstGeom>
          <a:gradFill flip="none" rotWithShape="1">
            <a:gsLst>
              <a:gs pos="0">
                <a:srgbClr val="680000">
                  <a:tint val="66000"/>
                  <a:satMod val="160000"/>
                </a:srgbClr>
              </a:gs>
              <a:gs pos="50000">
                <a:srgbClr val="680000">
                  <a:tint val="44500"/>
                  <a:satMod val="160000"/>
                </a:srgbClr>
              </a:gs>
              <a:gs pos="100000">
                <a:srgbClr val="680000">
                  <a:tint val="23500"/>
                  <a:satMod val="160000"/>
                </a:srgbClr>
              </a:gs>
            </a:gsLst>
            <a:lin ang="5400000" scaled="1"/>
            <a:tileRect/>
          </a:gra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sp>
        <p:nvSpPr>
          <p:cNvPr id="30" name="Freeform 25">
            <a:extLst>
              <a:ext uri="{FF2B5EF4-FFF2-40B4-BE49-F238E27FC236}">
                <a16:creationId xmlns:a16="http://schemas.microsoft.com/office/drawing/2014/main" id="{3A84D8D1-D5B7-D5C0-1B76-C36E5155B25C}"/>
              </a:ext>
            </a:extLst>
          </p:cNvPr>
          <p:cNvSpPr/>
          <p:nvPr/>
        </p:nvSpPr>
        <p:spPr>
          <a:xfrm rot="9558032" flipH="1">
            <a:off x="1879769" y="594658"/>
            <a:ext cx="413228" cy="868880"/>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pic>
        <p:nvPicPr>
          <p:cNvPr id="29" name="Picture 28">
            <a:extLst>
              <a:ext uri="{FF2B5EF4-FFF2-40B4-BE49-F238E27FC236}">
                <a16:creationId xmlns:a16="http://schemas.microsoft.com/office/drawing/2014/main" id="{7758DF3D-34A8-3194-BA5C-06BD3B7658C3}"/>
              </a:ext>
            </a:extLst>
          </p:cNvPr>
          <p:cNvPicPr>
            <a:picLocks noChangeAspect="1"/>
          </p:cNvPicPr>
          <p:nvPr/>
        </p:nvPicPr>
        <p:blipFill>
          <a:blip r:embed="rId2"/>
          <a:stretch>
            <a:fillRect/>
          </a:stretch>
        </p:blipFill>
        <p:spPr>
          <a:xfrm rot="5719328">
            <a:off x="1207821" y="-381252"/>
            <a:ext cx="1694570" cy="1830692"/>
          </a:xfrm>
          <a:prstGeom prst="rect">
            <a:avLst/>
          </a:prstGeom>
        </p:spPr>
      </p:pic>
      <p:pic>
        <p:nvPicPr>
          <p:cNvPr id="25" name="Picture 24">
            <a:extLst>
              <a:ext uri="{FF2B5EF4-FFF2-40B4-BE49-F238E27FC236}">
                <a16:creationId xmlns:a16="http://schemas.microsoft.com/office/drawing/2014/main" id="{2070A4BD-7B93-52C4-1F84-028702267EB4}"/>
              </a:ext>
            </a:extLst>
          </p:cNvPr>
          <p:cNvPicPr>
            <a:picLocks noChangeAspect="1"/>
          </p:cNvPicPr>
          <p:nvPr/>
        </p:nvPicPr>
        <p:blipFill>
          <a:blip r:embed="rId2"/>
          <a:stretch>
            <a:fillRect/>
          </a:stretch>
        </p:blipFill>
        <p:spPr>
          <a:xfrm rot="1288603">
            <a:off x="45145" y="-314880"/>
            <a:ext cx="2328510" cy="2206854"/>
          </a:xfrm>
          <a:prstGeom prst="rect">
            <a:avLst/>
          </a:prstGeom>
        </p:spPr>
      </p:pic>
      <p:sp>
        <p:nvSpPr>
          <p:cNvPr id="3" name="Freeform 25">
            <a:extLst>
              <a:ext uri="{FF2B5EF4-FFF2-40B4-BE49-F238E27FC236}">
                <a16:creationId xmlns:a16="http://schemas.microsoft.com/office/drawing/2014/main" id="{FAB6EFAC-77A4-758D-3DFD-581293F51A5E}"/>
              </a:ext>
            </a:extLst>
          </p:cNvPr>
          <p:cNvSpPr/>
          <p:nvPr/>
        </p:nvSpPr>
        <p:spPr>
          <a:xfrm rot="716734" flipH="1">
            <a:off x="917072" y="529873"/>
            <a:ext cx="259168" cy="663772"/>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1" name="Freeform 26">
            <a:extLst>
              <a:ext uri="{FF2B5EF4-FFF2-40B4-BE49-F238E27FC236}">
                <a16:creationId xmlns:a16="http://schemas.microsoft.com/office/drawing/2014/main" id="{D8F0B296-E91C-B5A8-6425-93F17D09C8AC}"/>
              </a:ext>
            </a:extLst>
          </p:cNvPr>
          <p:cNvSpPr/>
          <p:nvPr/>
        </p:nvSpPr>
        <p:spPr>
          <a:xfrm>
            <a:off x="1069372" y="2830287"/>
            <a:ext cx="811409" cy="415251"/>
          </a:xfrm>
          <a:custGeom>
            <a:avLst/>
            <a:gdLst>
              <a:gd name="connsiteX0" fmla="*/ 160190 w 217980"/>
              <a:gd name="connsiteY0" fmla="*/ 14651 h 158628"/>
              <a:gd name="connsiteX1" fmla="*/ 214904 w 217980"/>
              <a:gd name="connsiteY1" fmla="*/ 41798 h 158628"/>
              <a:gd name="connsiteX2" fmla="*/ 213181 w 217980"/>
              <a:gd name="connsiteY2" fmla="*/ 53864 h 158628"/>
              <a:gd name="connsiteX3" fmla="*/ 85659 w 217980"/>
              <a:gd name="connsiteY3" fmla="*/ 157714 h 158628"/>
              <a:gd name="connsiteX4" fmla="*/ 788 w 217980"/>
              <a:gd name="connsiteY4" fmla="*/ 61836 h 158628"/>
              <a:gd name="connsiteX5" fmla="*/ 89536 w 217980"/>
              <a:gd name="connsiteY5" fmla="*/ 0 h 158628"/>
              <a:gd name="connsiteX6" fmla="*/ 97076 w 217980"/>
              <a:gd name="connsiteY6" fmla="*/ 0 h 158628"/>
              <a:gd name="connsiteX7" fmla="*/ 159975 w 217980"/>
              <a:gd name="connsiteY7" fmla="*/ 14651 h 15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0" h="158628">
                <a:moveTo>
                  <a:pt x="160190" y="14651"/>
                </a:moveTo>
                <a:cubicBezTo>
                  <a:pt x="175484" y="21761"/>
                  <a:pt x="192932" y="27794"/>
                  <a:pt x="214904" y="41798"/>
                </a:cubicBezTo>
                <a:cubicBezTo>
                  <a:pt x="219643" y="44815"/>
                  <a:pt x="218781" y="52140"/>
                  <a:pt x="213181" y="53864"/>
                </a:cubicBezTo>
                <a:cubicBezTo>
                  <a:pt x="141665" y="75625"/>
                  <a:pt x="150712" y="147372"/>
                  <a:pt x="85659" y="157714"/>
                </a:cubicBezTo>
                <a:cubicBezTo>
                  <a:pt x="30514" y="166332"/>
                  <a:pt x="-5890" y="112468"/>
                  <a:pt x="788" y="61836"/>
                </a:cubicBezTo>
                <a:cubicBezTo>
                  <a:pt x="6819" y="16590"/>
                  <a:pt x="49039" y="0"/>
                  <a:pt x="89536" y="0"/>
                </a:cubicBezTo>
                <a:cubicBezTo>
                  <a:pt x="92121" y="0"/>
                  <a:pt x="94491" y="0"/>
                  <a:pt x="97076" y="0"/>
                </a:cubicBezTo>
                <a:cubicBezTo>
                  <a:pt x="118401" y="1077"/>
                  <a:pt x="140588" y="5602"/>
                  <a:pt x="159975" y="1465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4" name="Freeform 25">
            <a:extLst>
              <a:ext uri="{FF2B5EF4-FFF2-40B4-BE49-F238E27FC236}">
                <a16:creationId xmlns:a16="http://schemas.microsoft.com/office/drawing/2014/main" id="{D10C24DB-F92C-AD4D-A649-FACD549CC8CA}"/>
              </a:ext>
            </a:extLst>
          </p:cNvPr>
          <p:cNvSpPr/>
          <p:nvPr/>
        </p:nvSpPr>
        <p:spPr>
          <a:xfrm>
            <a:off x="550824" y="1940192"/>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5" name="Freeform 26">
            <a:extLst>
              <a:ext uri="{FF2B5EF4-FFF2-40B4-BE49-F238E27FC236}">
                <a16:creationId xmlns:a16="http://schemas.microsoft.com/office/drawing/2014/main" id="{255DCC34-B3B4-017C-3EED-B8511502D89F}"/>
              </a:ext>
            </a:extLst>
          </p:cNvPr>
          <p:cNvSpPr/>
          <p:nvPr/>
        </p:nvSpPr>
        <p:spPr>
          <a:xfrm rot="21337779">
            <a:off x="1084015" y="1732567"/>
            <a:ext cx="811409" cy="415251"/>
          </a:xfrm>
          <a:custGeom>
            <a:avLst/>
            <a:gdLst>
              <a:gd name="connsiteX0" fmla="*/ 160190 w 217980"/>
              <a:gd name="connsiteY0" fmla="*/ 14651 h 158628"/>
              <a:gd name="connsiteX1" fmla="*/ 214904 w 217980"/>
              <a:gd name="connsiteY1" fmla="*/ 41798 h 158628"/>
              <a:gd name="connsiteX2" fmla="*/ 213181 w 217980"/>
              <a:gd name="connsiteY2" fmla="*/ 53864 h 158628"/>
              <a:gd name="connsiteX3" fmla="*/ 85659 w 217980"/>
              <a:gd name="connsiteY3" fmla="*/ 157714 h 158628"/>
              <a:gd name="connsiteX4" fmla="*/ 788 w 217980"/>
              <a:gd name="connsiteY4" fmla="*/ 61836 h 158628"/>
              <a:gd name="connsiteX5" fmla="*/ 89536 w 217980"/>
              <a:gd name="connsiteY5" fmla="*/ 0 h 158628"/>
              <a:gd name="connsiteX6" fmla="*/ 97076 w 217980"/>
              <a:gd name="connsiteY6" fmla="*/ 0 h 158628"/>
              <a:gd name="connsiteX7" fmla="*/ 159975 w 217980"/>
              <a:gd name="connsiteY7" fmla="*/ 14651 h 15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0" h="158628">
                <a:moveTo>
                  <a:pt x="160190" y="14651"/>
                </a:moveTo>
                <a:cubicBezTo>
                  <a:pt x="175484" y="21761"/>
                  <a:pt x="192932" y="27794"/>
                  <a:pt x="214904" y="41798"/>
                </a:cubicBezTo>
                <a:cubicBezTo>
                  <a:pt x="219643" y="44815"/>
                  <a:pt x="218781" y="52140"/>
                  <a:pt x="213181" y="53864"/>
                </a:cubicBezTo>
                <a:cubicBezTo>
                  <a:pt x="141665" y="75625"/>
                  <a:pt x="150712" y="147372"/>
                  <a:pt x="85659" y="157714"/>
                </a:cubicBezTo>
                <a:cubicBezTo>
                  <a:pt x="30514" y="166332"/>
                  <a:pt x="-5890" y="112468"/>
                  <a:pt x="788" y="61836"/>
                </a:cubicBezTo>
                <a:cubicBezTo>
                  <a:pt x="6819" y="16590"/>
                  <a:pt x="49039" y="0"/>
                  <a:pt x="89536" y="0"/>
                </a:cubicBezTo>
                <a:cubicBezTo>
                  <a:pt x="92121" y="0"/>
                  <a:pt x="94491" y="0"/>
                  <a:pt x="97076" y="0"/>
                </a:cubicBezTo>
                <a:cubicBezTo>
                  <a:pt x="118401" y="1077"/>
                  <a:pt x="140588" y="5602"/>
                  <a:pt x="159975" y="1465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7" name="Freeform 28">
            <a:extLst>
              <a:ext uri="{FF2B5EF4-FFF2-40B4-BE49-F238E27FC236}">
                <a16:creationId xmlns:a16="http://schemas.microsoft.com/office/drawing/2014/main" id="{395CB0C2-9A0C-6544-1115-EF6B59DFD201}"/>
              </a:ext>
            </a:extLst>
          </p:cNvPr>
          <p:cNvSpPr/>
          <p:nvPr/>
        </p:nvSpPr>
        <p:spPr>
          <a:xfrm>
            <a:off x="575813" y="2104785"/>
            <a:ext cx="1109149" cy="3525458"/>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456" h="1346745">
                <a:moveTo>
                  <a:pt x="137716" y="368860"/>
                </a:moveTo>
                <a:cubicBezTo>
                  <a:pt x="137716" y="356579"/>
                  <a:pt x="137716" y="344298"/>
                  <a:pt x="137285" y="332017"/>
                </a:cubicBezTo>
                <a:cubicBezTo>
                  <a:pt x="134053" y="217395"/>
                  <a:pt x="111436" y="100618"/>
                  <a:pt x="54999" y="0"/>
                </a:cubicBezTo>
                <a:cubicBezTo>
                  <a:pt x="128453" y="140908"/>
                  <a:pt x="136639" y="305301"/>
                  <a:pt x="120268" y="460644"/>
                </a:cubicBezTo>
                <a:cubicBezTo>
                  <a:pt x="107127" y="587548"/>
                  <a:pt x="77617" y="716606"/>
                  <a:pt x="57799" y="842648"/>
                </a:cubicBezTo>
                <a:cubicBezTo>
                  <a:pt x="40136" y="953176"/>
                  <a:pt x="-638" y="1098233"/>
                  <a:pt x="11209" y="1210054"/>
                </a:cubicBezTo>
                <a:cubicBezTo>
                  <a:pt x="6686" y="1273818"/>
                  <a:pt x="3144" y="1288379"/>
                  <a:pt x="6747" y="1301319"/>
                </a:cubicBezTo>
                <a:cubicBezTo>
                  <a:pt x="8388" y="1322265"/>
                  <a:pt x="-6700" y="1333721"/>
                  <a:pt x="3662" y="1342250"/>
                </a:cubicBezTo>
                <a:cubicBezTo>
                  <a:pt x="7539" y="1356147"/>
                  <a:pt x="66552" y="1332309"/>
                  <a:pt x="77617" y="1343798"/>
                </a:cubicBezTo>
                <a:lnTo>
                  <a:pt x="120052" y="1343798"/>
                </a:lnTo>
                <a:cubicBezTo>
                  <a:pt x="99157" y="1292950"/>
                  <a:pt x="85371" y="1239517"/>
                  <a:pt x="77186" y="1185222"/>
                </a:cubicBezTo>
                <a:cubicBezTo>
                  <a:pt x="60815" y="1072754"/>
                  <a:pt x="67923" y="958347"/>
                  <a:pt x="82355" y="846095"/>
                </a:cubicBezTo>
                <a:cubicBezTo>
                  <a:pt x="99588" y="711435"/>
                  <a:pt x="127160" y="575913"/>
                  <a:pt x="135346" y="439745"/>
                </a:cubicBezTo>
                <a:cubicBezTo>
                  <a:pt x="138147" y="392991"/>
                  <a:pt x="161841" y="349900"/>
                  <a:pt x="200615" y="323614"/>
                </a:cubicBezTo>
                <a:cubicBezTo>
                  <a:pt x="200830" y="323614"/>
                  <a:pt x="201046" y="323184"/>
                  <a:pt x="201476" y="322968"/>
                </a:cubicBezTo>
                <a:cubicBezTo>
                  <a:pt x="228618" y="304654"/>
                  <a:pt x="260283" y="292373"/>
                  <a:pt x="293456" y="288495"/>
                </a:cubicBezTo>
                <a:cubicBezTo>
                  <a:pt x="232280" y="291512"/>
                  <a:pt x="174981" y="320383"/>
                  <a:pt x="137931" y="368860"/>
                </a:cubicBezTo>
                <a:lnTo>
                  <a:pt x="137716" y="368860"/>
                </a:lnTo>
                <a:close/>
              </a:path>
            </a:pathLst>
          </a:custGeom>
          <a:gradFill flip="none" rotWithShape="1">
            <a:gsLst>
              <a:gs pos="0">
                <a:srgbClr val="68000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0" name="Freeform 25">
            <a:extLst>
              <a:ext uri="{FF2B5EF4-FFF2-40B4-BE49-F238E27FC236}">
                <a16:creationId xmlns:a16="http://schemas.microsoft.com/office/drawing/2014/main" id="{F189C4CB-EB8C-0C3D-39F4-BC0312036BA7}"/>
              </a:ext>
            </a:extLst>
          </p:cNvPr>
          <p:cNvSpPr/>
          <p:nvPr/>
        </p:nvSpPr>
        <p:spPr>
          <a:xfrm>
            <a:off x="412653" y="919704"/>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8" name="Freeform 28">
            <a:extLst>
              <a:ext uri="{FF2B5EF4-FFF2-40B4-BE49-F238E27FC236}">
                <a16:creationId xmlns:a16="http://schemas.microsoft.com/office/drawing/2014/main" id="{B728B6DF-B4AA-E785-9BFA-EF5EEBC5E206}"/>
              </a:ext>
            </a:extLst>
          </p:cNvPr>
          <p:cNvSpPr/>
          <p:nvPr/>
        </p:nvSpPr>
        <p:spPr>
          <a:xfrm flipH="1">
            <a:off x="567698" y="862124"/>
            <a:ext cx="519385" cy="2082792"/>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61223" h="955203">
                <a:moveTo>
                  <a:pt x="105483" y="368860"/>
                </a:moveTo>
                <a:cubicBezTo>
                  <a:pt x="105483" y="356579"/>
                  <a:pt x="105483" y="344298"/>
                  <a:pt x="105052" y="332017"/>
                </a:cubicBezTo>
                <a:cubicBezTo>
                  <a:pt x="101820" y="217395"/>
                  <a:pt x="79203" y="100618"/>
                  <a:pt x="22766" y="0"/>
                </a:cubicBezTo>
                <a:cubicBezTo>
                  <a:pt x="96220" y="140908"/>
                  <a:pt x="104406" y="305301"/>
                  <a:pt x="88035" y="460644"/>
                </a:cubicBezTo>
                <a:cubicBezTo>
                  <a:pt x="74894" y="587548"/>
                  <a:pt x="20879" y="783328"/>
                  <a:pt x="1061" y="909370"/>
                </a:cubicBezTo>
                <a:cubicBezTo>
                  <a:pt x="-4761" y="989297"/>
                  <a:pt x="14894" y="942618"/>
                  <a:pt x="23071" y="932072"/>
                </a:cubicBezTo>
                <a:cubicBezTo>
                  <a:pt x="40080" y="853801"/>
                  <a:pt x="78895" y="541155"/>
                  <a:pt x="103113" y="439745"/>
                </a:cubicBezTo>
                <a:cubicBezTo>
                  <a:pt x="105914" y="392991"/>
                  <a:pt x="129608" y="349900"/>
                  <a:pt x="168382" y="323614"/>
                </a:cubicBezTo>
                <a:cubicBezTo>
                  <a:pt x="168597" y="323614"/>
                  <a:pt x="168813" y="323184"/>
                  <a:pt x="169243" y="322968"/>
                </a:cubicBezTo>
                <a:cubicBezTo>
                  <a:pt x="196385" y="304654"/>
                  <a:pt x="228050" y="292373"/>
                  <a:pt x="261223" y="288495"/>
                </a:cubicBezTo>
                <a:cubicBezTo>
                  <a:pt x="200047" y="291512"/>
                  <a:pt x="142748" y="320383"/>
                  <a:pt x="105698" y="368860"/>
                </a:cubicBezTo>
                <a:lnTo>
                  <a:pt x="105483" y="368860"/>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 name="Freeform 28">
            <a:extLst>
              <a:ext uri="{FF2B5EF4-FFF2-40B4-BE49-F238E27FC236}">
                <a16:creationId xmlns:a16="http://schemas.microsoft.com/office/drawing/2014/main" id="{A1B502C7-4D73-7228-297F-70967E51C828}"/>
              </a:ext>
            </a:extLst>
          </p:cNvPr>
          <p:cNvSpPr/>
          <p:nvPr/>
        </p:nvSpPr>
        <p:spPr>
          <a:xfrm>
            <a:off x="948573" y="1391638"/>
            <a:ext cx="623185" cy="83005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 name="csX0" fmla="*/ 82717 w 238457"/>
              <a:gd name="csY0" fmla="*/ 368860 h 932100"/>
              <a:gd name="csX1" fmla="*/ 82286 w 238457"/>
              <a:gd name="csY1" fmla="*/ 332017 h 932100"/>
              <a:gd name="csX2" fmla="*/ 0 w 238457"/>
              <a:gd name="csY2" fmla="*/ 0 h 932100"/>
              <a:gd name="csX3" fmla="*/ 65269 w 238457"/>
              <a:gd name="csY3" fmla="*/ 460644 h 932100"/>
              <a:gd name="csX4" fmla="*/ 305 w 238457"/>
              <a:gd name="csY4" fmla="*/ 932072 h 932100"/>
              <a:gd name="csX5" fmla="*/ 80347 w 238457"/>
              <a:gd name="csY5" fmla="*/ 439745 h 932100"/>
              <a:gd name="csX6" fmla="*/ 145616 w 238457"/>
              <a:gd name="csY6" fmla="*/ 323614 h 932100"/>
              <a:gd name="csX7" fmla="*/ 146477 w 238457"/>
              <a:gd name="csY7" fmla="*/ 322968 h 932100"/>
              <a:gd name="csX8" fmla="*/ 238457 w 238457"/>
              <a:gd name="csY8" fmla="*/ 288495 h 932100"/>
              <a:gd name="csX9" fmla="*/ 82932 w 238457"/>
              <a:gd name="csY9" fmla="*/ 368860 h 932100"/>
              <a:gd name="csX10" fmla="*/ 82717 w 238457"/>
              <a:gd name="csY10" fmla="*/ 368860 h 932100"/>
              <a:gd name="csX0" fmla="*/ 82717 w 238457"/>
              <a:gd name="csY0" fmla="*/ 368860 h 492900"/>
              <a:gd name="csX1" fmla="*/ 82286 w 238457"/>
              <a:gd name="csY1" fmla="*/ 332017 h 492900"/>
              <a:gd name="csX2" fmla="*/ 0 w 238457"/>
              <a:gd name="csY2" fmla="*/ 0 h 492900"/>
              <a:gd name="csX3" fmla="*/ 65269 w 238457"/>
              <a:gd name="csY3" fmla="*/ 460644 h 492900"/>
              <a:gd name="csX4" fmla="*/ 80347 w 238457"/>
              <a:gd name="csY4" fmla="*/ 439745 h 492900"/>
              <a:gd name="csX5" fmla="*/ 145616 w 238457"/>
              <a:gd name="csY5" fmla="*/ 323614 h 492900"/>
              <a:gd name="csX6" fmla="*/ 146477 w 238457"/>
              <a:gd name="csY6" fmla="*/ 322968 h 492900"/>
              <a:gd name="csX7" fmla="*/ 238457 w 238457"/>
              <a:gd name="csY7" fmla="*/ 288495 h 492900"/>
              <a:gd name="csX8" fmla="*/ 82932 w 238457"/>
              <a:gd name="csY8" fmla="*/ 368860 h 492900"/>
              <a:gd name="csX9" fmla="*/ 82717 w 238457"/>
              <a:gd name="csY9" fmla="*/ 368860 h 492900"/>
              <a:gd name="csX0" fmla="*/ 17448 w 173188"/>
              <a:gd name="csY0" fmla="*/ 256637 h 380677"/>
              <a:gd name="csX1" fmla="*/ 17017 w 173188"/>
              <a:gd name="csY1" fmla="*/ 219794 h 380677"/>
              <a:gd name="csX2" fmla="*/ 17938 w 173188"/>
              <a:gd name="csY2" fmla="*/ 0 h 380677"/>
              <a:gd name="csX3" fmla="*/ 0 w 173188"/>
              <a:gd name="csY3" fmla="*/ 348421 h 380677"/>
              <a:gd name="csX4" fmla="*/ 15078 w 173188"/>
              <a:gd name="csY4" fmla="*/ 327522 h 380677"/>
              <a:gd name="csX5" fmla="*/ 80347 w 173188"/>
              <a:gd name="csY5" fmla="*/ 211391 h 380677"/>
              <a:gd name="csX6" fmla="*/ 81208 w 173188"/>
              <a:gd name="csY6" fmla="*/ 210745 h 380677"/>
              <a:gd name="csX7" fmla="*/ 173188 w 173188"/>
              <a:gd name="csY7" fmla="*/ 176272 h 380677"/>
              <a:gd name="csX8" fmla="*/ 17663 w 173188"/>
              <a:gd name="csY8" fmla="*/ 256637 h 380677"/>
              <a:gd name="csX9" fmla="*/ 17448 w 173188"/>
              <a:gd name="csY9" fmla="*/ 256637 h 3806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3188" h="380677">
                <a:moveTo>
                  <a:pt x="17448" y="256637"/>
                </a:moveTo>
                <a:cubicBezTo>
                  <a:pt x="17448" y="244356"/>
                  <a:pt x="17448" y="232075"/>
                  <a:pt x="17017" y="219794"/>
                </a:cubicBezTo>
                <a:cubicBezTo>
                  <a:pt x="13785" y="105172"/>
                  <a:pt x="74375" y="100618"/>
                  <a:pt x="17938" y="0"/>
                </a:cubicBezTo>
                <a:cubicBezTo>
                  <a:pt x="91392" y="140908"/>
                  <a:pt x="16371" y="193078"/>
                  <a:pt x="0" y="348421"/>
                </a:cubicBezTo>
                <a:cubicBezTo>
                  <a:pt x="13391" y="421712"/>
                  <a:pt x="1687" y="350360"/>
                  <a:pt x="15078" y="327522"/>
                </a:cubicBezTo>
                <a:cubicBezTo>
                  <a:pt x="17879" y="280768"/>
                  <a:pt x="41573" y="237677"/>
                  <a:pt x="80347" y="211391"/>
                </a:cubicBezTo>
                <a:cubicBezTo>
                  <a:pt x="80562" y="211391"/>
                  <a:pt x="80778" y="210961"/>
                  <a:pt x="81208" y="210745"/>
                </a:cubicBezTo>
                <a:cubicBezTo>
                  <a:pt x="108350" y="192431"/>
                  <a:pt x="140015" y="180150"/>
                  <a:pt x="173188" y="176272"/>
                </a:cubicBezTo>
                <a:cubicBezTo>
                  <a:pt x="112012" y="179289"/>
                  <a:pt x="54713" y="208160"/>
                  <a:pt x="17663" y="256637"/>
                </a:cubicBezTo>
                <a:lnTo>
                  <a:pt x="17448" y="256637"/>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6" name="Freeform 28">
            <a:extLst>
              <a:ext uri="{FF2B5EF4-FFF2-40B4-BE49-F238E27FC236}">
                <a16:creationId xmlns:a16="http://schemas.microsoft.com/office/drawing/2014/main" id="{93BBA732-E47D-5BD8-80D2-50B4DF8D51BB}"/>
              </a:ext>
            </a:extLst>
          </p:cNvPr>
          <p:cNvSpPr/>
          <p:nvPr/>
        </p:nvSpPr>
        <p:spPr>
          <a:xfrm>
            <a:off x="540251" y="4903256"/>
            <a:ext cx="519385" cy="183451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 name="csX0" fmla="*/ 137716 w 293456"/>
              <a:gd name="csY0" fmla="*/ 80365 h 1058250"/>
              <a:gd name="csX1" fmla="*/ 137285 w 293456"/>
              <a:gd name="csY1" fmla="*/ 43522 h 1058250"/>
              <a:gd name="csX2" fmla="*/ 120268 w 293456"/>
              <a:gd name="csY2" fmla="*/ 172149 h 1058250"/>
              <a:gd name="csX3" fmla="*/ 57799 w 293456"/>
              <a:gd name="csY3" fmla="*/ 554153 h 1058250"/>
              <a:gd name="csX4" fmla="*/ 11209 w 293456"/>
              <a:gd name="csY4" fmla="*/ 921559 h 1058250"/>
              <a:gd name="csX5" fmla="*/ 6747 w 293456"/>
              <a:gd name="csY5" fmla="*/ 1012824 h 1058250"/>
              <a:gd name="csX6" fmla="*/ 3662 w 293456"/>
              <a:gd name="csY6" fmla="*/ 1053755 h 1058250"/>
              <a:gd name="csX7" fmla="*/ 77617 w 293456"/>
              <a:gd name="csY7" fmla="*/ 1055303 h 1058250"/>
              <a:gd name="csX8" fmla="*/ 120052 w 293456"/>
              <a:gd name="csY8" fmla="*/ 1055303 h 1058250"/>
              <a:gd name="csX9" fmla="*/ 77186 w 293456"/>
              <a:gd name="csY9" fmla="*/ 896727 h 1058250"/>
              <a:gd name="csX10" fmla="*/ 82355 w 293456"/>
              <a:gd name="csY10" fmla="*/ 557600 h 1058250"/>
              <a:gd name="csX11" fmla="*/ 135346 w 293456"/>
              <a:gd name="csY11" fmla="*/ 151250 h 1058250"/>
              <a:gd name="csX12" fmla="*/ 200615 w 293456"/>
              <a:gd name="csY12" fmla="*/ 35119 h 1058250"/>
              <a:gd name="csX13" fmla="*/ 201476 w 293456"/>
              <a:gd name="csY13" fmla="*/ 34473 h 1058250"/>
              <a:gd name="csX14" fmla="*/ 293456 w 293456"/>
              <a:gd name="csY14" fmla="*/ 0 h 1058250"/>
              <a:gd name="csX15" fmla="*/ 137931 w 293456"/>
              <a:gd name="csY15" fmla="*/ 80365 h 1058250"/>
              <a:gd name="csX16" fmla="*/ 137716 w 293456"/>
              <a:gd name="csY16" fmla="*/ 80365 h 1058250"/>
              <a:gd name="csX0" fmla="*/ 137716 w 294424"/>
              <a:gd name="csY0" fmla="*/ 82135 h 1060020"/>
              <a:gd name="csX1" fmla="*/ 137285 w 294424"/>
              <a:gd name="csY1" fmla="*/ 45292 h 1060020"/>
              <a:gd name="csX2" fmla="*/ 120268 w 294424"/>
              <a:gd name="csY2" fmla="*/ 173919 h 1060020"/>
              <a:gd name="csX3" fmla="*/ 57799 w 294424"/>
              <a:gd name="csY3" fmla="*/ 555923 h 1060020"/>
              <a:gd name="csX4" fmla="*/ 11209 w 294424"/>
              <a:gd name="csY4" fmla="*/ 923329 h 1060020"/>
              <a:gd name="csX5" fmla="*/ 6747 w 294424"/>
              <a:gd name="csY5" fmla="*/ 1014594 h 1060020"/>
              <a:gd name="csX6" fmla="*/ 3662 w 294424"/>
              <a:gd name="csY6" fmla="*/ 1055525 h 1060020"/>
              <a:gd name="csX7" fmla="*/ 77617 w 294424"/>
              <a:gd name="csY7" fmla="*/ 1057073 h 1060020"/>
              <a:gd name="csX8" fmla="*/ 120052 w 294424"/>
              <a:gd name="csY8" fmla="*/ 1057073 h 1060020"/>
              <a:gd name="csX9" fmla="*/ 77186 w 294424"/>
              <a:gd name="csY9" fmla="*/ 898497 h 1060020"/>
              <a:gd name="csX10" fmla="*/ 82355 w 294424"/>
              <a:gd name="csY10" fmla="*/ 559370 h 1060020"/>
              <a:gd name="csX11" fmla="*/ 135346 w 294424"/>
              <a:gd name="csY11" fmla="*/ 153020 h 1060020"/>
              <a:gd name="csX12" fmla="*/ 200615 w 294424"/>
              <a:gd name="csY12" fmla="*/ 36889 h 1060020"/>
              <a:gd name="csX13" fmla="*/ 293456 w 294424"/>
              <a:gd name="csY13" fmla="*/ 1770 h 1060020"/>
              <a:gd name="csX14" fmla="*/ 137931 w 294424"/>
              <a:gd name="csY14" fmla="*/ 82135 h 1060020"/>
              <a:gd name="csX15" fmla="*/ 137716 w 294424"/>
              <a:gd name="csY15" fmla="*/ 82135 h 1060020"/>
              <a:gd name="csX0" fmla="*/ 137716 w 200617"/>
              <a:gd name="csY0" fmla="*/ 47059 h 1024944"/>
              <a:gd name="csX1" fmla="*/ 137285 w 200617"/>
              <a:gd name="csY1" fmla="*/ 10216 h 1024944"/>
              <a:gd name="csX2" fmla="*/ 120268 w 200617"/>
              <a:gd name="csY2" fmla="*/ 138843 h 1024944"/>
              <a:gd name="csX3" fmla="*/ 57799 w 200617"/>
              <a:gd name="csY3" fmla="*/ 520847 h 1024944"/>
              <a:gd name="csX4" fmla="*/ 11209 w 200617"/>
              <a:gd name="csY4" fmla="*/ 888253 h 1024944"/>
              <a:gd name="csX5" fmla="*/ 6747 w 200617"/>
              <a:gd name="csY5" fmla="*/ 979518 h 1024944"/>
              <a:gd name="csX6" fmla="*/ 3662 w 200617"/>
              <a:gd name="csY6" fmla="*/ 1020449 h 1024944"/>
              <a:gd name="csX7" fmla="*/ 77617 w 200617"/>
              <a:gd name="csY7" fmla="*/ 1021997 h 1024944"/>
              <a:gd name="csX8" fmla="*/ 120052 w 200617"/>
              <a:gd name="csY8" fmla="*/ 1021997 h 1024944"/>
              <a:gd name="csX9" fmla="*/ 77186 w 200617"/>
              <a:gd name="csY9" fmla="*/ 863421 h 1024944"/>
              <a:gd name="csX10" fmla="*/ 82355 w 200617"/>
              <a:gd name="csY10" fmla="*/ 524294 h 1024944"/>
              <a:gd name="csX11" fmla="*/ 135346 w 200617"/>
              <a:gd name="csY11" fmla="*/ 117944 h 1024944"/>
              <a:gd name="csX12" fmla="*/ 200615 w 200617"/>
              <a:gd name="csY12" fmla="*/ 1813 h 1024944"/>
              <a:gd name="csX13" fmla="*/ 137931 w 200617"/>
              <a:gd name="csY13" fmla="*/ 47059 h 1024944"/>
              <a:gd name="csX14" fmla="*/ 137716 w 200617"/>
              <a:gd name="csY14" fmla="*/ 47059 h 1024944"/>
              <a:gd name="csX0" fmla="*/ 137716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13" fmla="*/ 137716 w 140143"/>
              <a:gd name="csY13" fmla="*/ 36843 h 1014728"/>
              <a:gd name="csX0" fmla="*/ 137931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0" fmla="*/ 135346 w 140749"/>
              <a:gd name="csY0" fmla="*/ 108035 h 1015035"/>
              <a:gd name="csX1" fmla="*/ 137285 w 140749"/>
              <a:gd name="csY1" fmla="*/ 307 h 1015035"/>
              <a:gd name="csX2" fmla="*/ 120268 w 140749"/>
              <a:gd name="csY2" fmla="*/ 128934 h 1015035"/>
              <a:gd name="csX3" fmla="*/ 57799 w 140749"/>
              <a:gd name="csY3" fmla="*/ 510938 h 1015035"/>
              <a:gd name="csX4" fmla="*/ 11209 w 140749"/>
              <a:gd name="csY4" fmla="*/ 878344 h 1015035"/>
              <a:gd name="csX5" fmla="*/ 6747 w 140749"/>
              <a:gd name="csY5" fmla="*/ 969609 h 1015035"/>
              <a:gd name="csX6" fmla="*/ 3662 w 140749"/>
              <a:gd name="csY6" fmla="*/ 1010540 h 1015035"/>
              <a:gd name="csX7" fmla="*/ 77617 w 140749"/>
              <a:gd name="csY7" fmla="*/ 1012088 h 1015035"/>
              <a:gd name="csX8" fmla="*/ 120052 w 140749"/>
              <a:gd name="csY8" fmla="*/ 1012088 h 1015035"/>
              <a:gd name="csX9" fmla="*/ 77186 w 140749"/>
              <a:gd name="csY9" fmla="*/ 853512 h 1015035"/>
              <a:gd name="csX10" fmla="*/ 82355 w 140749"/>
              <a:gd name="csY10" fmla="*/ 514385 h 1015035"/>
              <a:gd name="csX11" fmla="*/ 135346 w 140749"/>
              <a:gd name="csY11" fmla="*/ 108035 h 1015035"/>
              <a:gd name="csX0" fmla="*/ 135346 w 137484"/>
              <a:gd name="csY0" fmla="*/ 39889 h 946889"/>
              <a:gd name="csX1" fmla="*/ 120268 w 137484"/>
              <a:gd name="csY1" fmla="*/ 60788 h 946889"/>
              <a:gd name="csX2" fmla="*/ 57799 w 137484"/>
              <a:gd name="csY2" fmla="*/ 442792 h 946889"/>
              <a:gd name="csX3" fmla="*/ 11209 w 137484"/>
              <a:gd name="csY3" fmla="*/ 810198 h 946889"/>
              <a:gd name="csX4" fmla="*/ 6747 w 137484"/>
              <a:gd name="csY4" fmla="*/ 901463 h 946889"/>
              <a:gd name="csX5" fmla="*/ 3662 w 137484"/>
              <a:gd name="csY5" fmla="*/ 942394 h 946889"/>
              <a:gd name="csX6" fmla="*/ 77617 w 137484"/>
              <a:gd name="csY6" fmla="*/ 943942 h 946889"/>
              <a:gd name="csX7" fmla="*/ 120052 w 137484"/>
              <a:gd name="csY7" fmla="*/ 943942 h 946889"/>
              <a:gd name="csX8" fmla="*/ 77186 w 137484"/>
              <a:gd name="csY8" fmla="*/ 785366 h 946889"/>
              <a:gd name="csX9" fmla="*/ 82355 w 137484"/>
              <a:gd name="csY9" fmla="*/ 446239 h 946889"/>
              <a:gd name="csX10" fmla="*/ 135346 w 137484"/>
              <a:gd name="csY10" fmla="*/ 39889 h 946889"/>
              <a:gd name="csX0" fmla="*/ 135346 w 135346"/>
              <a:gd name="csY0" fmla="*/ 1 h 907001"/>
              <a:gd name="csX1" fmla="*/ 57799 w 135346"/>
              <a:gd name="csY1" fmla="*/ 402904 h 907001"/>
              <a:gd name="csX2" fmla="*/ 11209 w 135346"/>
              <a:gd name="csY2" fmla="*/ 770310 h 907001"/>
              <a:gd name="csX3" fmla="*/ 6747 w 135346"/>
              <a:gd name="csY3" fmla="*/ 861575 h 907001"/>
              <a:gd name="csX4" fmla="*/ 3662 w 135346"/>
              <a:gd name="csY4" fmla="*/ 902506 h 907001"/>
              <a:gd name="csX5" fmla="*/ 77617 w 135346"/>
              <a:gd name="csY5" fmla="*/ 904054 h 907001"/>
              <a:gd name="csX6" fmla="*/ 120052 w 135346"/>
              <a:gd name="csY6" fmla="*/ 904054 h 907001"/>
              <a:gd name="csX7" fmla="*/ 77186 w 135346"/>
              <a:gd name="csY7" fmla="*/ 745478 h 907001"/>
              <a:gd name="csX8" fmla="*/ 82355 w 135346"/>
              <a:gd name="csY8" fmla="*/ 406351 h 907001"/>
              <a:gd name="csX9" fmla="*/ 135346 w 135346"/>
              <a:gd name="csY9" fmla="*/ 1 h 907001"/>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77186 w 120052"/>
              <a:gd name="csY7" fmla="*/ 385096 h 546619"/>
              <a:gd name="csX8" fmla="*/ 82355 w 120052"/>
              <a:gd name="csY8" fmla="*/ 45969 h 546619"/>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92893 w 120052"/>
              <a:gd name="csY7" fmla="*/ 369397 h 546619"/>
              <a:gd name="csX8" fmla="*/ 82355 w 120052"/>
              <a:gd name="csY8" fmla="*/ 45969 h 546619"/>
              <a:gd name="csX0" fmla="*/ 80784 w 120052"/>
              <a:gd name="csY0" fmla="*/ 199646 h 515831"/>
              <a:gd name="csX1" fmla="*/ 57799 w 120052"/>
              <a:gd name="csY1" fmla="*/ 11734 h 515831"/>
              <a:gd name="csX2" fmla="*/ 11209 w 120052"/>
              <a:gd name="csY2" fmla="*/ 379140 h 515831"/>
              <a:gd name="csX3" fmla="*/ 6747 w 120052"/>
              <a:gd name="csY3" fmla="*/ 470405 h 515831"/>
              <a:gd name="csX4" fmla="*/ 3662 w 120052"/>
              <a:gd name="csY4" fmla="*/ 511336 h 515831"/>
              <a:gd name="csX5" fmla="*/ 77617 w 120052"/>
              <a:gd name="csY5" fmla="*/ 512884 h 515831"/>
              <a:gd name="csX6" fmla="*/ 120052 w 120052"/>
              <a:gd name="csY6" fmla="*/ 512884 h 515831"/>
              <a:gd name="csX7" fmla="*/ 92893 w 120052"/>
              <a:gd name="csY7" fmla="*/ 338609 h 515831"/>
              <a:gd name="csX8" fmla="*/ 80784 w 120052"/>
              <a:gd name="csY8" fmla="*/ 199646 h 515831"/>
              <a:gd name="csX0" fmla="*/ 80784 w 120052"/>
              <a:gd name="csY0" fmla="*/ 48110 h 364295"/>
              <a:gd name="csX1" fmla="*/ 27956 w 120052"/>
              <a:gd name="csY1" fmla="*/ 40738 h 364295"/>
              <a:gd name="csX2" fmla="*/ 11209 w 120052"/>
              <a:gd name="csY2" fmla="*/ 227604 h 364295"/>
              <a:gd name="csX3" fmla="*/ 6747 w 120052"/>
              <a:gd name="csY3" fmla="*/ 318869 h 364295"/>
              <a:gd name="csX4" fmla="*/ 3662 w 120052"/>
              <a:gd name="csY4" fmla="*/ 359800 h 364295"/>
              <a:gd name="csX5" fmla="*/ 77617 w 120052"/>
              <a:gd name="csY5" fmla="*/ 361348 h 364295"/>
              <a:gd name="csX6" fmla="*/ 120052 w 120052"/>
              <a:gd name="csY6" fmla="*/ 361348 h 364295"/>
              <a:gd name="csX7" fmla="*/ 92893 w 120052"/>
              <a:gd name="csY7" fmla="*/ 187073 h 364295"/>
              <a:gd name="csX8" fmla="*/ 80784 w 120052"/>
              <a:gd name="csY8" fmla="*/ 48110 h 364295"/>
              <a:gd name="csX0" fmla="*/ 92893 w 120052"/>
              <a:gd name="csY0" fmla="*/ 146662 h 323884"/>
              <a:gd name="csX1" fmla="*/ 27956 w 120052"/>
              <a:gd name="csY1" fmla="*/ 327 h 323884"/>
              <a:gd name="csX2" fmla="*/ 11209 w 120052"/>
              <a:gd name="csY2" fmla="*/ 187193 h 323884"/>
              <a:gd name="csX3" fmla="*/ 6747 w 120052"/>
              <a:gd name="csY3" fmla="*/ 278458 h 323884"/>
              <a:gd name="csX4" fmla="*/ 3662 w 120052"/>
              <a:gd name="csY4" fmla="*/ 319389 h 323884"/>
              <a:gd name="csX5" fmla="*/ 77617 w 120052"/>
              <a:gd name="csY5" fmla="*/ 320937 h 323884"/>
              <a:gd name="csX6" fmla="*/ 120052 w 120052"/>
              <a:gd name="csY6" fmla="*/ 320937 h 323884"/>
              <a:gd name="csX7" fmla="*/ 92893 w 120052"/>
              <a:gd name="csY7" fmla="*/ 146662 h 323884"/>
              <a:gd name="csX0" fmla="*/ 92893 w 120052"/>
              <a:gd name="csY0" fmla="*/ 150479 h 327701"/>
              <a:gd name="csX1" fmla="*/ 72647 w 120052"/>
              <a:gd name="csY1" fmla="*/ 59128 h 327701"/>
              <a:gd name="csX2" fmla="*/ 27956 w 120052"/>
              <a:gd name="csY2" fmla="*/ 4144 h 327701"/>
              <a:gd name="csX3" fmla="*/ 11209 w 120052"/>
              <a:gd name="csY3" fmla="*/ 191010 h 327701"/>
              <a:gd name="csX4" fmla="*/ 6747 w 120052"/>
              <a:gd name="csY4" fmla="*/ 282275 h 327701"/>
              <a:gd name="csX5" fmla="*/ 3662 w 120052"/>
              <a:gd name="csY5" fmla="*/ 323206 h 327701"/>
              <a:gd name="csX6" fmla="*/ 77617 w 120052"/>
              <a:gd name="csY6" fmla="*/ 324754 h 327701"/>
              <a:gd name="csX7" fmla="*/ 120052 w 120052"/>
              <a:gd name="csY7" fmla="*/ 324754 h 327701"/>
              <a:gd name="csX8" fmla="*/ 92893 w 120052"/>
              <a:gd name="csY8" fmla="*/ 150479 h 327701"/>
              <a:gd name="csX0" fmla="*/ 92893 w 120052"/>
              <a:gd name="csY0" fmla="*/ 150066 h 327288"/>
              <a:gd name="csX1" fmla="*/ 94048 w 120052"/>
              <a:gd name="csY1" fmla="*/ 104468 h 327288"/>
              <a:gd name="csX2" fmla="*/ 72647 w 120052"/>
              <a:gd name="csY2" fmla="*/ 58715 h 327288"/>
              <a:gd name="csX3" fmla="*/ 27956 w 120052"/>
              <a:gd name="csY3" fmla="*/ 3731 h 327288"/>
              <a:gd name="csX4" fmla="*/ 11209 w 120052"/>
              <a:gd name="csY4" fmla="*/ 190597 h 327288"/>
              <a:gd name="csX5" fmla="*/ 6747 w 120052"/>
              <a:gd name="csY5" fmla="*/ 281862 h 327288"/>
              <a:gd name="csX6" fmla="*/ 3662 w 120052"/>
              <a:gd name="csY6" fmla="*/ 322793 h 327288"/>
              <a:gd name="csX7" fmla="*/ 77617 w 120052"/>
              <a:gd name="csY7" fmla="*/ 324341 h 327288"/>
              <a:gd name="csX8" fmla="*/ 120052 w 120052"/>
              <a:gd name="csY8" fmla="*/ 324341 h 327288"/>
              <a:gd name="csX9" fmla="*/ 92893 w 120052"/>
              <a:gd name="csY9" fmla="*/ 150066 h 327288"/>
              <a:gd name="csX0" fmla="*/ 92893 w 104184"/>
              <a:gd name="csY0" fmla="*/ 150066 h 327288"/>
              <a:gd name="csX1" fmla="*/ 94048 w 104184"/>
              <a:gd name="csY1" fmla="*/ 104468 h 327288"/>
              <a:gd name="csX2" fmla="*/ 72647 w 104184"/>
              <a:gd name="csY2" fmla="*/ 58715 h 327288"/>
              <a:gd name="csX3" fmla="*/ 27956 w 104184"/>
              <a:gd name="csY3" fmla="*/ 3731 h 327288"/>
              <a:gd name="csX4" fmla="*/ 11209 w 104184"/>
              <a:gd name="csY4" fmla="*/ 190597 h 327288"/>
              <a:gd name="csX5" fmla="*/ 6747 w 104184"/>
              <a:gd name="csY5" fmla="*/ 281862 h 327288"/>
              <a:gd name="csX6" fmla="*/ 3662 w 104184"/>
              <a:gd name="csY6" fmla="*/ 322793 h 327288"/>
              <a:gd name="csX7" fmla="*/ 77617 w 104184"/>
              <a:gd name="csY7" fmla="*/ 324341 h 327288"/>
              <a:gd name="csX8" fmla="*/ 104184 w 104184"/>
              <a:gd name="csY8" fmla="*/ 324341 h 327288"/>
              <a:gd name="csX9" fmla="*/ 92893 w 104184"/>
              <a:gd name="csY9" fmla="*/ 150066 h 327288"/>
              <a:gd name="csX0" fmla="*/ 92893 w 104184"/>
              <a:gd name="csY0" fmla="*/ 198834 h 376056"/>
              <a:gd name="csX1" fmla="*/ 94048 w 104184"/>
              <a:gd name="csY1" fmla="*/ 153236 h 376056"/>
              <a:gd name="csX2" fmla="*/ 72647 w 104184"/>
              <a:gd name="csY2" fmla="*/ 107483 h 376056"/>
              <a:gd name="csX3" fmla="*/ 58346 w 104184"/>
              <a:gd name="csY3" fmla="*/ 1597 h 376056"/>
              <a:gd name="csX4" fmla="*/ 27956 w 104184"/>
              <a:gd name="csY4" fmla="*/ 52499 h 376056"/>
              <a:gd name="csX5" fmla="*/ 11209 w 104184"/>
              <a:gd name="csY5" fmla="*/ 239365 h 376056"/>
              <a:gd name="csX6" fmla="*/ 6747 w 104184"/>
              <a:gd name="csY6" fmla="*/ 330630 h 376056"/>
              <a:gd name="csX7" fmla="*/ 3662 w 104184"/>
              <a:gd name="csY7" fmla="*/ 371561 h 376056"/>
              <a:gd name="csX8" fmla="*/ 77617 w 104184"/>
              <a:gd name="csY8" fmla="*/ 373109 h 376056"/>
              <a:gd name="csX9" fmla="*/ 104184 w 104184"/>
              <a:gd name="csY9" fmla="*/ 373109 h 376056"/>
              <a:gd name="csX10" fmla="*/ 92893 w 104184"/>
              <a:gd name="csY10" fmla="*/ 198834 h 376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4184" h="376056">
                <a:moveTo>
                  <a:pt x="92893" y="198834"/>
                </a:moveTo>
                <a:cubicBezTo>
                  <a:pt x="86576" y="162189"/>
                  <a:pt x="97422" y="168461"/>
                  <a:pt x="94048" y="153236"/>
                </a:cubicBezTo>
                <a:cubicBezTo>
                  <a:pt x="90674" y="138011"/>
                  <a:pt x="79258" y="121172"/>
                  <a:pt x="72647" y="107483"/>
                </a:cubicBezTo>
                <a:cubicBezTo>
                  <a:pt x="66036" y="93794"/>
                  <a:pt x="65795" y="10761"/>
                  <a:pt x="58346" y="1597"/>
                </a:cubicBezTo>
                <a:cubicBezTo>
                  <a:pt x="50898" y="-7567"/>
                  <a:pt x="35151" y="24454"/>
                  <a:pt x="27956" y="52499"/>
                </a:cubicBezTo>
                <a:cubicBezTo>
                  <a:pt x="10293" y="163027"/>
                  <a:pt x="-638" y="127544"/>
                  <a:pt x="11209" y="239365"/>
                </a:cubicBezTo>
                <a:cubicBezTo>
                  <a:pt x="6686" y="303129"/>
                  <a:pt x="3144" y="317690"/>
                  <a:pt x="6747" y="330630"/>
                </a:cubicBezTo>
                <a:cubicBezTo>
                  <a:pt x="8388" y="351576"/>
                  <a:pt x="-6700" y="363032"/>
                  <a:pt x="3662" y="371561"/>
                </a:cubicBezTo>
                <a:cubicBezTo>
                  <a:pt x="7539" y="385458"/>
                  <a:pt x="66552" y="361620"/>
                  <a:pt x="77617" y="373109"/>
                </a:cubicBezTo>
                <a:lnTo>
                  <a:pt x="104184" y="373109"/>
                </a:lnTo>
                <a:cubicBezTo>
                  <a:pt x="83289" y="322261"/>
                  <a:pt x="101078" y="253129"/>
                  <a:pt x="92893" y="198834"/>
                </a:cubicBezTo>
                <a:close/>
              </a:path>
            </a:pathLst>
          </a:custGeom>
          <a:gradFill flip="none" rotWithShape="1">
            <a:gsLst>
              <a:gs pos="0">
                <a:srgbClr val="680000"/>
              </a:gs>
              <a:gs pos="10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1" name="Freeform 25">
            <a:extLst>
              <a:ext uri="{FF2B5EF4-FFF2-40B4-BE49-F238E27FC236}">
                <a16:creationId xmlns:a16="http://schemas.microsoft.com/office/drawing/2014/main" id="{02D3700E-619D-317E-D9F1-AC36AB0D723D}"/>
              </a:ext>
            </a:extLst>
          </p:cNvPr>
          <p:cNvSpPr/>
          <p:nvPr/>
        </p:nvSpPr>
        <p:spPr>
          <a:xfrm rot="19671096">
            <a:off x="171655" y="-157120"/>
            <a:ext cx="519385" cy="79484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2" name="Arc 31">
            <a:extLst>
              <a:ext uri="{FF2B5EF4-FFF2-40B4-BE49-F238E27FC236}">
                <a16:creationId xmlns:a16="http://schemas.microsoft.com/office/drawing/2014/main" id="{A55BFC4B-2854-868C-77F2-3D7DABD5F4B2}"/>
              </a:ext>
            </a:extLst>
          </p:cNvPr>
          <p:cNvSpPr/>
          <p:nvPr/>
        </p:nvSpPr>
        <p:spPr>
          <a:xfrm rot="20828105">
            <a:off x="277028" y="164696"/>
            <a:ext cx="663813" cy="2177506"/>
          </a:xfrm>
          <a:prstGeom prst="arc">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33" name="Freeform: Shape 32">
            <a:extLst>
              <a:ext uri="{FF2B5EF4-FFF2-40B4-BE49-F238E27FC236}">
                <a16:creationId xmlns:a16="http://schemas.microsoft.com/office/drawing/2014/main" id="{5F041994-84A0-2C7B-8BBF-95BA7C24E1A3}"/>
              </a:ext>
            </a:extLst>
          </p:cNvPr>
          <p:cNvSpPr/>
          <p:nvPr/>
        </p:nvSpPr>
        <p:spPr>
          <a:xfrm>
            <a:off x="893852" y="328774"/>
            <a:ext cx="1263721" cy="1387011"/>
          </a:xfrm>
          <a:custGeom>
            <a:avLst/>
            <a:gdLst>
              <a:gd name="csX0" fmla="*/ 0 w 1263721"/>
              <a:gd name="csY0" fmla="*/ 1387011 h 1387011"/>
              <a:gd name="csX1" fmla="*/ 297950 w 1263721"/>
              <a:gd name="csY1" fmla="*/ 852755 h 1387011"/>
              <a:gd name="csX2" fmla="*/ 421240 w 1263721"/>
              <a:gd name="csY2" fmla="*/ 462337 h 1387011"/>
              <a:gd name="csX3" fmla="*/ 914400 w 1263721"/>
              <a:gd name="csY3" fmla="*/ 287676 h 1387011"/>
              <a:gd name="csX4" fmla="*/ 1068512 w 1263721"/>
              <a:gd name="csY4" fmla="*/ 102741 h 1387011"/>
              <a:gd name="csX5" fmla="*/ 1263721 w 1263721"/>
              <a:gd name="csY5" fmla="*/ 0 h 1387011"/>
              <a:gd name="csX6" fmla="*/ 1263721 w 1263721"/>
              <a:gd name="csY6" fmla="*/ 0 h 13870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63721" h="1387011">
                <a:moveTo>
                  <a:pt x="0" y="1387011"/>
                </a:moveTo>
                <a:cubicBezTo>
                  <a:pt x="113871" y="1196939"/>
                  <a:pt x="227743" y="1006867"/>
                  <a:pt x="297950" y="852755"/>
                </a:cubicBezTo>
                <a:cubicBezTo>
                  <a:pt x="368157" y="698643"/>
                  <a:pt x="318498" y="556517"/>
                  <a:pt x="421240" y="462337"/>
                </a:cubicBezTo>
                <a:cubicBezTo>
                  <a:pt x="523982" y="368157"/>
                  <a:pt x="806521" y="347609"/>
                  <a:pt x="914400" y="287676"/>
                </a:cubicBezTo>
                <a:cubicBezTo>
                  <a:pt x="1022279" y="227743"/>
                  <a:pt x="1010292" y="150687"/>
                  <a:pt x="1068512" y="102741"/>
                </a:cubicBezTo>
                <a:cubicBezTo>
                  <a:pt x="1126732" y="54795"/>
                  <a:pt x="1263721" y="0"/>
                  <a:pt x="1263721" y="0"/>
                </a:cubicBezTo>
                <a:lnTo>
                  <a:pt x="1263721" y="0"/>
                </a:lnTo>
              </a:path>
            </a:pathLst>
          </a:cu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34" name="Freeform: Shape 33">
            <a:extLst>
              <a:ext uri="{FF2B5EF4-FFF2-40B4-BE49-F238E27FC236}">
                <a16:creationId xmlns:a16="http://schemas.microsoft.com/office/drawing/2014/main" id="{59D2762D-C333-1D06-C842-AE6D4A1DFAB1}"/>
              </a:ext>
            </a:extLst>
          </p:cNvPr>
          <p:cNvSpPr/>
          <p:nvPr/>
        </p:nvSpPr>
        <p:spPr>
          <a:xfrm>
            <a:off x="1190624" y="82194"/>
            <a:ext cx="494338" cy="1047964"/>
          </a:xfrm>
          <a:custGeom>
            <a:avLst/>
            <a:gdLst>
              <a:gd name="csX0" fmla="*/ 1178 w 494338"/>
              <a:gd name="csY0" fmla="*/ 1047964 h 1047964"/>
              <a:gd name="csX1" fmla="*/ 42275 w 494338"/>
              <a:gd name="csY1" fmla="*/ 626724 h 1047964"/>
              <a:gd name="csX2" fmla="*/ 278580 w 494338"/>
              <a:gd name="csY2" fmla="*/ 195209 h 1047964"/>
              <a:gd name="csX3" fmla="*/ 494338 w 494338"/>
              <a:gd name="csY3" fmla="*/ 0 h 1047964"/>
              <a:gd name="csX4" fmla="*/ 494338 w 494338"/>
              <a:gd name="csY4" fmla="*/ 0 h 1047964"/>
            </a:gdLst>
            <a:ahLst/>
            <a:cxnLst>
              <a:cxn ang="0">
                <a:pos x="csX0" y="csY0"/>
              </a:cxn>
              <a:cxn ang="0">
                <a:pos x="csX1" y="csY1"/>
              </a:cxn>
              <a:cxn ang="0">
                <a:pos x="csX2" y="csY2"/>
              </a:cxn>
              <a:cxn ang="0">
                <a:pos x="csX3" y="csY3"/>
              </a:cxn>
              <a:cxn ang="0">
                <a:pos x="csX4" y="csY4"/>
              </a:cxn>
            </a:cxnLst>
            <a:rect l="l" t="t" r="r" b="b"/>
            <a:pathLst>
              <a:path w="494338" h="1047964">
                <a:moveTo>
                  <a:pt x="1178" y="1047964"/>
                </a:moveTo>
                <a:cubicBezTo>
                  <a:pt x="-1391" y="908407"/>
                  <a:pt x="-3959" y="768850"/>
                  <a:pt x="42275" y="626724"/>
                </a:cubicBezTo>
                <a:cubicBezTo>
                  <a:pt x="88509" y="484598"/>
                  <a:pt x="203236" y="299663"/>
                  <a:pt x="278580" y="195209"/>
                </a:cubicBezTo>
                <a:cubicBezTo>
                  <a:pt x="353924" y="90755"/>
                  <a:pt x="494338" y="0"/>
                  <a:pt x="494338" y="0"/>
                </a:cubicBezTo>
                <a:lnTo>
                  <a:pt x="494338" y="0"/>
                </a:lnTo>
              </a:path>
            </a:pathLst>
          </a:cu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
        <p:nvSpPr>
          <p:cNvPr id="12" name="Freeform: Shape 11">
            <a:extLst>
              <a:ext uri="{FF2B5EF4-FFF2-40B4-BE49-F238E27FC236}">
                <a16:creationId xmlns:a16="http://schemas.microsoft.com/office/drawing/2014/main" id="{C63D1BEE-5783-51ED-C5FC-08D5B7ACDBF9}"/>
              </a:ext>
            </a:extLst>
          </p:cNvPr>
          <p:cNvSpPr/>
          <p:nvPr/>
        </p:nvSpPr>
        <p:spPr>
          <a:xfrm>
            <a:off x="0" y="6571489"/>
            <a:ext cx="1981126" cy="65646"/>
          </a:xfrm>
          <a:custGeom>
            <a:avLst/>
            <a:gdLst>
              <a:gd name="csX0" fmla="*/ 0 w 2065106"/>
              <a:gd name="csY0" fmla="*/ 71919 h 143838"/>
              <a:gd name="csX1" fmla="*/ 328773 w 2065106"/>
              <a:gd name="csY1" fmla="*/ 113016 h 143838"/>
              <a:gd name="csX2" fmla="*/ 523982 w 2065106"/>
              <a:gd name="csY2" fmla="*/ 143838 h 143838"/>
              <a:gd name="csX3" fmla="*/ 811658 w 2065106"/>
              <a:gd name="csY3" fmla="*/ 133564 h 143838"/>
              <a:gd name="csX4" fmla="*/ 955497 w 2065106"/>
              <a:gd name="csY4" fmla="*/ 102742 h 143838"/>
              <a:gd name="csX5" fmla="*/ 1089061 w 2065106"/>
              <a:gd name="csY5" fmla="*/ 82193 h 143838"/>
              <a:gd name="csX6" fmla="*/ 1171254 w 2065106"/>
              <a:gd name="csY6" fmla="*/ 51371 h 143838"/>
              <a:gd name="csX7" fmla="*/ 1315092 w 2065106"/>
              <a:gd name="csY7" fmla="*/ 10274 h 143838"/>
              <a:gd name="csX8" fmla="*/ 1345915 w 2065106"/>
              <a:gd name="csY8" fmla="*/ 0 h 143838"/>
              <a:gd name="csX9" fmla="*/ 1469204 w 2065106"/>
              <a:gd name="csY9" fmla="*/ 10274 h 143838"/>
              <a:gd name="csX10" fmla="*/ 1541124 w 2065106"/>
              <a:gd name="csY10" fmla="*/ 41097 h 143838"/>
              <a:gd name="csX11" fmla="*/ 1654139 w 2065106"/>
              <a:gd name="csY11" fmla="*/ 61645 h 143838"/>
              <a:gd name="csX12" fmla="*/ 1736333 w 2065106"/>
              <a:gd name="csY12" fmla="*/ 71919 h 143838"/>
              <a:gd name="csX13" fmla="*/ 2065106 w 2065106"/>
              <a:gd name="csY13" fmla="*/ 71919 h 143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5106" h="143838">
                <a:moveTo>
                  <a:pt x="0" y="71919"/>
                </a:moveTo>
                <a:lnTo>
                  <a:pt x="328773" y="113016"/>
                </a:lnTo>
                <a:cubicBezTo>
                  <a:pt x="394037" y="121974"/>
                  <a:pt x="458166" y="141037"/>
                  <a:pt x="523982" y="143838"/>
                </a:cubicBezTo>
                <a:lnTo>
                  <a:pt x="811658" y="133564"/>
                </a:lnTo>
                <a:cubicBezTo>
                  <a:pt x="859604" y="123290"/>
                  <a:pt x="907282" y="111671"/>
                  <a:pt x="955497" y="102742"/>
                </a:cubicBezTo>
                <a:cubicBezTo>
                  <a:pt x="999789" y="94540"/>
                  <a:pt x="1045241" y="92626"/>
                  <a:pt x="1089061" y="82193"/>
                </a:cubicBezTo>
                <a:cubicBezTo>
                  <a:pt x="1117526" y="75416"/>
                  <a:pt x="1143371" y="60243"/>
                  <a:pt x="1171254" y="51371"/>
                </a:cubicBezTo>
                <a:cubicBezTo>
                  <a:pt x="1218771" y="36252"/>
                  <a:pt x="1267786" y="26042"/>
                  <a:pt x="1315092" y="10274"/>
                </a:cubicBezTo>
                <a:lnTo>
                  <a:pt x="1345915" y="0"/>
                </a:lnTo>
                <a:cubicBezTo>
                  <a:pt x="1387011" y="3425"/>
                  <a:pt x="1428327" y="4824"/>
                  <a:pt x="1469204" y="10274"/>
                </a:cubicBezTo>
                <a:cubicBezTo>
                  <a:pt x="1499132" y="14264"/>
                  <a:pt x="1512154" y="31440"/>
                  <a:pt x="1541124" y="41097"/>
                </a:cubicBezTo>
                <a:cubicBezTo>
                  <a:pt x="1554399" y="45522"/>
                  <a:pt x="1645083" y="60351"/>
                  <a:pt x="1654139" y="61645"/>
                </a:cubicBezTo>
                <a:cubicBezTo>
                  <a:pt x="1681473" y="65550"/>
                  <a:pt x="1708730" y="71229"/>
                  <a:pt x="1736333" y="71919"/>
                </a:cubicBezTo>
                <a:cubicBezTo>
                  <a:pt x="1845890" y="74658"/>
                  <a:pt x="1955515" y="71919"/>
                  <a:pt x="2065106" y="71919"/>
                </a:cubicBezTo>
              </a:path>
            </a:pathLst>
          </a:cu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B73897F-DEF2-44F3-3955-E8E167306224}"/>
              </a:ext>
            </a:extLst>
          </p:cNvPr>
          <p:cNvSpPr txBox="1"/>
          <p:nvPr/>
        </p:nvSpPr>
        <p:spPr>
          <a:xfrm>
            <a:off x="2126863" y="1962365"/>
            <a:ext cx="9877409" cy="3170099"/>
          </a:xfrm>
          <a:prstGeom prst="rect">
            <a:avLst/>
          </a:prstGeom>
          <a:noFill/>
        </p:spPr>
        <p:txBody>
          <a:bodyPr wrap="square">
            <a:spAutoFit/>
          </a:bodyPr>
          <a:lstStyle/>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 tropical forests on upland soils, </a:t>
            </a:r>
          </a:p>
          <a:p>
            <a:r>
              <a:rPr lang="en-US" sz="2000" b="1" dirty="0">
                <a:latin typeface="Times New Roman" panose="02020603050405020304" pitchFamily="18" charset="0"/>
                <a:cs typeface="Times New Roman" panose="02020603050405020304" pitchFamily="18" charset="0"/>
              </a:rPr>
              <a:t>	how does stem CO</a:t>
            </a:r>
            <a:r>
              <a:rPr lang="en-US" sz="2000" b="1" baseline="-25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CH₄ and N₂O fluxes change with an increase with height? </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Is there a </a:t>
            </a:r>
            <a:r>
              <a:rPr lang="en-US" sz="2000" b="1" dirty="0">
                <a:latin typeface="Times New Roman" panose="02020603050405020304" pitchFamily="18" charset="0"/>
                <a:cs typeface="Times New Roman" panose="02020603050405020304" pitchFamily="18" charset="0"/>
              </a:rPr>
              <a:t>consistent pattern </a:t>
            </a:r>
            <a:r>
              <a:rPr lang="en-US" sz="2000" dirty="0">
                <a:latin typeface="Times New Roman" panose="02020603050405020304" pitchFamily="18" charset="0"/>
                <a:cs typeface="Times New Roman" panose="02020603050405020304" pitchFamily="18" charset="0"/>
              </a:rPr>
              <a:t>of GHG fluxes along the tree height continuum? </a:t>
            </a:r>
          </a:p>
          <a:p>
            <a:pPr marL="800100" lvl="1"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Emissions decrease from the stem base to the canopy ?  </a:t>
            </a:r>
          </a:p>
          <a:p>
            <a:pPr marL="800100" lvl="1"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 fixed height from where a tree shifts from net source to net sink or vice versa? </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Can we expect </a:t>
            </a:r>
            <a:r>
              <a:rPr lang="en-US" sz="2000" b="1" dirty="0">
                <a:latin typeface="Times New Roman" panose="02020603050405020304" pitchFamily="18" charset="0"/>
                <a:cs typeface="Times New Roman" panose="02020603050405020304" pitchFamily="18" charset="0"/>
              </a:rPr>
              <a:t>tree traits to explain the variability </a:t>
            </a:r>
            <a:r>
              <a:rPr lang="en-US" sz="2000" dirty="0">
                <a:latin typeface="Times New Roman" panose="02020603050405020304" pitchFamily="18" charset="0"/>
                <a:cs typeface="Times New Roman" panose="02020603050405020304" pitchFamily="18" charset="0"/>
              </a:rPr>
              <a:t>in the vertical net GHG fluxes? </a:t>
            </a:r>
          </a:p>
        </p:txBody>
      </p:sp>
      <p:sp>
        <p:nvSpPr>
          <p:cNvPr id="9" name="Arrow: Pentagon 8">
            <a:extLst>
              <a:ext uri="{FF2B5EF4-FFF2-40B4-BE49-F238E27FC236}">
                <a16:creationId xmlns:a16="http://schemas.microsoft.com/office/drawing/2014/main" id="{97D2A3C2-30AB-16F1-B7DA-740E0BE8ECE7}"/>
              </a:ext>
            </a:extLst>
          </p:cNvPr>
          <p:cNvSpPr/>
          <p:nvPr/>
        </p:nvSpPr>
        <p:spPr>
          <a:xfrm>
            <a:off x="2813349" y="7505"/>
            <a:ext cx="5650920" cy="54967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000">
                <a:latin typeface="Times New Roman" panose="02020603050405020304" pitchFamily="18" charset="0"/>
                <a:cs typeface="Times New Roman" panose="02020603050405020304" pitchFamily="18" charset="0"/>
              </a:rPr>
              <a:t>Questions we are trying to answer </a:t>
            </a:r>
            <a:endParaRPr lang="en-US" sz="3000"/>
          </a:p>
        </p:txBody>
      </p:sp>
      <p:sp>
        <p:nvSpPr>
          <p:cNvPr id="13" name="Slide Number Placeholder 12">
            <a:extLst>
              <a:ext uri="{FF2B5EF4-FFF2-40B4-BE49-F238E27FC236}">
                <a16:creationId xmlns:a16="http://schemas.microsoft.com/office/drawing/2014/main" id="{22BE499C-E3E3-7721-4DEA-2D9A9B47F62E}"/>
              </a:ext>
            </a:extLst>
          </p:cNvPr>
          <p:cNvSpPr>
            <a:spLocks noGrp="1"/>
          </p:cNvSpPr>
          <p:nvPr>
            <p:ph type="sldNum" sz="quarter" idx="12"/>
          </p:nvPr>
        </p:nvSpPr>
        <p:spPr/>
        <p:txBody>
          <a:bodyPr/>
          <a:lstStyle/>
          <a:p>
            <a:fld id="{511E72FE-814A-43D7-AA66-638DB960BCF9}" type="slidenum">
              <a:rPr lang="en-US" smtClean="0"/>
              <a:t>6</a:t>
            </a:fld>
            <a:endParaRPr lang="en-US"/>
          </a:p>
        </p:txBody>
      </p:sp>
    </p:spTree>
    <p:extLst>
      <p:ext uri="{BB962C8B-B14F-4D97-AF65-F5344CB8AC3E}">
        <p14:creationId xmlns:p14="http://schemas.microsoft.com/office/powerpoint/2010/main" val="2819443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1079F-6648-2E70-7901-C74FFDC4FF53}"/>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3D6C0955-8888-6D76-4B75-9365A764960B}"/>
              </a:ext>
            </a:extLst>
          </p:cNvPr>
          <p:cNvSpPr/>
          <p:nvPr/>
        </p:nvSpPr>
        <p:spPr>
          <a:xfrm>
            <a:off x="9068698" y="2241620"/>
            <a:ext cx="3056075" cy="4585944"/>
          </a:xfrm>
          <a:prstGeom prst="rect">
            <a:avLst/>
          </a:prstGeom>
          <a:blipFill rotWithShape="1">
            <a:blip r:embed="rId2"/>
            <a:stretch>
              <a:fillRect/>
            </a:stretch>
          </a:blipFill>
          <a:ln>
            <a:noFill/>
          </a:ln>
          <a:scene3d>
            <a:camera prst="orthographicFront"/>
            <a:lightRig rig="flat" dir="t"/>
          </a:scene3d>
          <a:sp3d prstMaterial="dkEdge">
            <a:bevelT w="8200" h="38100"/>
          </a:sp3d>
        </p:spPr>
        <p:style>
          <a:lnRef idx="1">
            <a:schemeClr val="lt1">
              <a:hueOff val="0"/>
              <a:satOff val="0"/>
              <a:lumOff val="0"/>
              <a:alphaOff val="0"/>
            </a:schemeClr>
          </a:lnRef>
          <a:fillRef idx="2">
            <a:scrgbClr r="0" g="0" b="0"/>
          </a:fillRef>
          <a:effectRef idx="0">
            <a:schemeClr val="accent3">
              <a:hueOff val="0"/>
              <a:satOff val="0"/>
              <a:lumOff val="0"/>
              <a:alphaOff val="0"/>
            </a:schemeClr>
          </a:effectRef>
          <a:fontRef idx="minor">
            <a:schemeClr val="dk1"/>
          </a:fontRef>
        </p:style>
        <p:txBody>
          <a:bodyPr/>
          <a:lstStyle/>
          <a:p>
            <a:endParaRPr lang="en-US"/>
          </a:p>
        </p:txBody>
      </p:sp>
      <p:sp>
        <p:nvSpPr>
          <p:cNvPr id="6" name="Rectangle 5">
            <a:extLst>
              <a:ext uri="{FF2B5EF4-FFF2-40B4-BE49-F238E27FC236}">
                <a16:creationId xmlns:a16="http://schemas.microsoft.com/office/drawing/2014/main" id="{0030EFAE-7464-A698-8FB8-1CF5C830F69E}"/>
              </a:ext>
            </a:extLst>
          </p:cNvPr>
          <p:cNvSpPr/>
          <p:nvPr/>
        </p:nvSpPr>
        <p:spPr>
          <a:xfrm>
            <a:off x="-1" y="6591415"/>
            <a:ext cx="1981127" cy="487480"/>
          </a:xfrm>
          <a:prstGeom prst="rect">
            <a:avLst/>
          </a:prstGeom>
          <a:gradFill flip="none" rotWithShape="1">
            <a:gsLst>
              <a:gs pos="0">
                <a:srgbClr val="680000">
                  <a:tint val="66000"/>
                  <a:satMod val="160000"/>
                </a:srgbClr>
              </a:gs>
              <a:gs pos="50000">
                <a:srgbClr val="680000">
                  <a:tint val="44500"/>
                  <a:satMod val="160000"/>
                </a:srgbClr>
              </a:gs>
              <a:gs pos="100000">
                <a:srgbClr val="680000">
                  <a:tint val="23500"/>
                  <a:satMod val="160000"/>
                </a:srgbClr>
              </a:gs>
            </a:gsLst>
            <a:lin ang="5400000" scaled="1"/>
            <a:tileRect/>
          </a:gra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sp>
        <p:nvSpPr>
          <p:cNvPr id="30" name="Freeform 25">
            <a:extLst>
              <a:ext uri="{FF2B5EF4-FFF2-40B4-BE49-F238E27FC236}">
                <a16:creationId xmlns:a16="http://schemas.microsoft.com/office/drawing/2014/main" id="{86071394-87D4-C1E9-4D72-9BF6E808A73C}"/>
              </a:ext>
            </a:extLst>
          </p:cNvPr>
          <p:cNvSpPr/>
          <p:nvPr/>
        </p:nvSpPr>
        <p:spPr>
          <a:xfrm rot="9558032" flipH="1">
            <a:off x="1879769" y="594658"/>
            <a:ext cx="413228" cy="868880"/>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pic>
        <p:nvPicPr>
          <p:cNvPr id="29" name="Picture 28">
            <a:extLst>
              <a:ext uri="{FF2B5EF4-FFF2-40B4-BE49-F238E27FC236}">
                <a16:creationId xmlns:a16="http://schemas.microsoft.com/office/drawing/2014/main" id="{11F5C3DB-A986-0BDE-C932-A6EBFF1D3FC7}"/>
              </a:ext>
            </a:extLst>
          </p:cNvPr>
          <p:cNvPicPr>
            <a:picLocks noChangeAspect="1"/>
          </p:cNvPicPr>
          <p:nvPr/>
        </p:nvPicPr>
        <p:blipFill>
          <a:blip r:embed="rId3"/>
          <a:stretch>
            <a:fillRect/>
          </a:stretch>
        </p:blipFill>
        <p:spPr>
          <a:xfrm rot="5719328">
            <a:off x="1207821" y="-381252"/>
            <a:ext cx="1694570" cy="1830692"/>
          </a:xfrm>
          <a:prstGeom prst="rect">
            <a:avLst/>
          </a:prstGeom>
        </p:spPr>
      </p:pic>
      <p:pic>
        <p:nvPicPr>
          <p:cNvPr id="25" name="Picture 24">
            <a:extLst>
              <a:ext uri="{FF2B5EF4-FFF2-40B4-BE49-F238E27FC236}">
                <a16:creationId xmlns:a16="http://schemas.microsoft.com/office/drawing/2014/main" id="{76C38695-16C1-8D46-7FE1-FE4DB994EBAC}"/>
              </a:ext>
            </a:extLst>
          </p:cNvPr>
          <p:cNvPicPr>
            <a:picLocks noChangeAspect="1"/>
          </p:cNvPicPr>
          <p:nvPr/>
        </p:nvPicPr>
        <p:blipFill>
          <a:blip r:embed="rId3"/>
          <a:stretch>
            <a:fillRect/>
          </a:stretch>
        </p:blipFill>
        <p:spPr>
          <a:xfrm rot="1288603">
            <a:off x="45145" y="-314880"/>
            <a:ext cx="2328510" cy="2206854"/>
          </a:xfrm>
          <a:prstGeom prst="rect">
            <a:avLst/>
          </a:prstGeom>
        </p:spPr>
      </p:pic>
      <p:sp>
        <p:nvSpPr>
          <p:cNvPr id="3" name="Freeform 25">
            <a:extLst>
              <a:ext uri="{FF2B5EF4-FFF2-40B4-BE49-F238E27FC236}">
                <a16:creationId xmlns:a16="http://schemas.microsoft.com/office/drawing/2014/main" id="{83076933-937D-B316-C20B-2B0BE9BA3A15}"/>
              </a:ext>
            </a:extLst>
          </p:cNvPr>
          <p:cNvSpPr/>
          <p:nvPr/>
        </p:nvSpPr>
        <p:spPr>
          <a:xfrm rot="716734" flipH="1">
            <a:off x="917072" y="529873"/>
            <a:ext cx="259168" cy="663772"/>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1" name="Freeform 26">
            <a:extLst>
              <a:ext uri="{FF2B5EF4-FFF2-40B4-BE49-F238E27FC236}">
                <a16:creationId xmlns:a16="http://schemas.microsoft.com/office/drawing/2014/main" id="{267109DF-647C-3ECD-0909-37C8741A5755}"/>
              </a:ext>
            </a:extLst>
          </p:cNvPr>
          <p:cNvSpPr/>
          <p:nvPr/>
        </p:nvSpPr>
        <p:spPr>
          <a:xfrm>
            <a:off x="1069372" y="2830287"/>
            <a:ext cx="811409" cy="415251"/>
          </a:xfrm>
          <a:custGeom>
            <a:avLst/>
            <a:gdLst>
              <a:gd name="connsiteX0" fmla="*/ 160190 w 217980"/>
              <a:gd name="connsiteY0" fmla="*/ 14651 h 158628"/>
              <a:gd name="connsiteX1" fmla="*/ 214904 w 217980"/>
              <a:gd name="connsiteY1" fmla="*/ 41798 h 158628"/>
              <a:gd name="connsiteX2" fmla="*/ 213181 w 217980"/>
              <a:gd name="connsiteY2" fmla="*/ 53864 h 158628"/>
              <a:gd name="connsiteX3" fmla="*/ 85659 w 217980"/>
              <a:gd name="connsiteY3" fmla="*/ 157714 h 158628"/>
              <a:gd name="connsiteX4" fmla="*/ 788 w 217980"/>
              <a:gd name="connsiteY4" fmla="*/ 61836 h 158628"/>
              <a:gd name="connsiteX5" fmla="*/ 89536 w 217980"/>
              <a:gd name="connsiteY5" fmla="*/ 0 h 158628"/>
              <a:gd name="connsiteX6" fmla="*/ 97076 w 217980"/>
              <a:gd name="connsiteY6" fmla="*/ 0 h 158628"/>
              <a:gd name="connsiteX7" fmla="*/ 159975 w 217980"/>
              <a:gd name="connsiteY7" fmla="*/ 14651 h 15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0" h="158628">
                <a:moveTo>
                  <a:pt x="160190" y="14651"/>
                </a:moveTo>
                <a:cubicBezTo>
                  <a:pt x="175484" y="21761"/>
                  <a:pt x="192932" y="27794"/>
                  <a:pt x="214904" y="41798"/>
                </a:cubicBezTo>
                <a:cubicBezTo>
                  <a:pt x="219643" y="44815"/>
                  <a:pt x="218781" y="52140"/>
                  <a:pt x="213181" y="53864"/>
                </a:cubicBezTo>
                <a:cubicBezTo>
                  <a:pt x="141665" y="75625"/>
                  <a:pt x="150712" y="147372"/>
                  <a:pt x="85659" y="157714"/>
                </a:cubicBezTo>
                <a:cubicBezTo>
                  <a:pt x="30514" y="166332"/>
                  <a:pt x="-5890" y="112468"/>
                  <a:pt x="788" y="61836"/>
                </a:cubicBezTo>
                <a:cubicBezTo>
                  <a:pt x="6819" y="16590"/>
                  <a:pt x="49039" y="0"/>
                  <a:pt x="89536" y="0"/>
                </a:cubicBezTo>
                <a:cubicBezTo>
                  <a:pt x="92121" y="0"/>
                  <a:pt x="94491" y="0"/>
                  <a:pt x="97076" y="0"/>
                </a:cubicBezTo>
                <a:cubicBezTo>
                  <a:pt x="118401" y="1077"/>
                  <a:pt x="140588" y="5602"/>
                  <a:pt x="159975" y="1465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4" name="Freeform 25">
            <a:extLst>
              <a:ext uri="{FF2B5EF4-FFF2-40B4-BE49-F238E27FC236}">
                <a16:creationId xmlns:a16="http://schemas.microsoft.com/office/drawing/2014/main" id="{61BFB10C-34AA-3960-F955-9293435F793C}"/>
              </a:ext>
            </a:extLst>
          </p:cNvPr>
          <p:cNvSpPr/>
          <p:nvPr/>
        </p:nvSpPr>
        <p:spPr>
          <a:xfrm>
            <a:off x="550824" y="1940192"/>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7" name="Freeform 28">
            <a:extLst>
              <a:ext uri="{FF2B5EF4-FFF2-40B4-BE49-F238E27FC236}">
                <a16:creationId xmlns:a16="http://schemas.microsoft.com/office/drawing/2014/main" id="{6076D139-C0E5-69B8-D671-9ABA758A5681}"/>
              </a:ext>
            </a:extLst>
          </p:cNvPr>
          <p:cNvSpPr/>
          <p:nvPr/>
        </p:nvSpPr>
        <p:spPr>
          <a:xfrm>
            <a:off x="575813" y="2104785"/>
            <a:ext cx="1109149" cy="3525458"/>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456" h="1346745">
                <a:moveTo>
                  <a:pt x="137716" y="368860"/>
                </a:moveTo>
                <a:cubicBezTo>
                  <a:pt x="137716" y="356579"/>
                  <a:pt x="137716" y="344298"/>
                  <a:pt x="137285" y="332017"/>
                </a:cubicBezTo>
                <a:cubicBezTo>
                  <a:pt x="134053" y="217395"/>
                  <a:pt x="111436" y="100618"/>
                  <a:pt x="54999" y="0"/>
                </a:cubicBezTo>
                <a:cubicBezTo>
                  <a:pt x="128453" y="140908"/>
                  <a:pt x="136639" y="305301"/>
                  <a:pt x="120268" y="460644"/>
                </a:cubicBezTo>
                <a:cubicBezTo>
                  <a:pt x="107127" y="587548"/>
                  <a:pt x="77617" y="716606"/>
                  <a:pt x="57799" y="842648"/>
                </a:cubicBezTo>
                <a:cubicBezTo>
                  <a:pt x="40136" y="953176"/>
                  <a:pt x="-638" y="1098233"/>
                  <a:pt x="11209" y="1210054"/>
                </a:cubicBezTo>
                <a:cubicBezTo>
                  <a:pt x="6686" y="1273818"/>
                  <a:pt x="3144" y="1288379"/>
                  <a:pt x="6747" y="1301319"/>
                </a:cubicBezTo>
                <a:cubicBezTo>
                  <a:pt x="8388" y="1322265"/>
                  <a:pt x="-6700" y="1333721"/>
                  <a:pt x="3662" y="1342250"/>
                </a:cubicBezTo>
                <a:cubicBezTo>
                  <a:pt x="7539" y="1356147"/>
                  <a:pt x="66552" y="1332309"/>
                  <a:pt x="77617" y="1343798"/>
                </a:cubicBezTo>
                <a:lnTo>
                  <a:pt x="120052" y="1343798"/>
                </a:lnTo>
                <a:cubicBezTo>
                  <a:pt x="99157" y="1292950"/>
                  <a:pt x="85371" y="1239517"/>
                  <a:pt x="77186" y="1185222"/>
                </a:cubicBezTo>
                <a:cubicBezTo>
                  <a:pt x="60815" y="1072754"/>
                  <a:pt x="67923" y="958347"/>
                  <a:pt x="82355" y="846095"/>
                </a:cubicBezTo>
                <a:cubicBezTo>
                  <a:pt x="99588" y="711435"/>
                  <a:pt x="127160" y="575913"/>
                  <a:pt x="135346" y="439745"/>
                </a:cubicBezTo>
                <a:cubicBezTo>
                  <a:pt x="138147" y="392991"/>
                  <a:pt x="161841" y="349900"/>
                  <a:pt x="200615" y="323614"/>
                </a:cubicBezTo>
                <a:cubicBezTo>
                  <a:pt x="200830" y="323614"/>
                  <a:pt x="201046" y="323184"/>
                  <a:pt x="201476" y="322968"/>
                </a:cubicBezTo>
                <a:cubicBezTo>
                  <a:pt x="228618" y="304654"/>
                  <a:pt x="260283" y="292373"/>
                  <a:pt x="293456" y="288495"/>
                </a:cubicBezTo>
                <a:cubicBezTo>
                  <a:pt x="232280" y="291512"/>
                  <a:pt x="174981" y="320383"/>
                  <a:pt x="137931" y="368860"/>
                </a:cubicBezTo>
                <a:lnTo>
                  <a:pt x="137716" y="368860"/>
                </a:lnTo>
                <a:close/>
              </a:path>
            </a:pathLst>
          </a:custGeom>
          <a:gradFill flip="none" rotWithShape="1">
            <a:gsLst>
              <a:gs pos="0">
                <a:srgbClr val="68000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0" name="Freeform 25">
            <a:extLst>
              <a:ext uri="{FF2B5EF4-FFF2-40B4-BE49-F238E27FC236}">
                <a16:creationId xmlns:a16="http://schemas.microsoft.com/office/drawing/2014/main" id="{B243B620-40E7-268E-A917-887401477396}"/>
              </a:ext>
            </a:extLst>
          </p:cNvPr>
          <p:cNvSpPr/>
          <p:nvPr/>
        </p:nvSpPr>
        <p:spPr>
          <a:xfrm>
            <a:off x="412653" y="919704"/>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8" name="Freeform 28">
            <a:extLst>
              <a:ext uri="{FF2B5EF4-FFF2-40B4-BE49-F238E27FC236}">
                <a16:creationId xmlns:a16="http://schemas.microsoft.com/office/drawing/2014/main" id="{0C3AC080-3521-485D-4061-5D9514F46558}"/>
              </a:ext>
            </a:extLst>
          </p:cNvPr>
          <p:cNvSpPr/>
          <p:nvPr/>
        </p:nvSpPr>
        <p:spPr>
          <a:xfrm flipH="1">
            <a:off x="567698" y="862124"/>
            <a:ext cx="519385" cy="2082792"/>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61223" h="955203">
                <a:moveTo>
                  <a:pt x="105483" y="368860"/>
                </a:moveTo>
                <a:cubicBezTo>
                  <a:pt x="105483" y="356579"/>
                  <a:pt x="105483" y="344298"/>
                  <a:pt x="105052" y="332017"/>
                </a:cubicBezTo>
                <a:cubicBezTo>
                  <a:pt x="101820" y="217395"/>
                  <a:pt x="79203" y="100618"/>
                  <a:pt x="22766" y="0"/>
                </a:cubicBezTo>
                <a:cubicBezTo>
                  <a:pt x="96220" y="140908"/>
                  <a:pt x="104406" y="305301"/>
                  <a:pt x="88035" y="460644"/>
                </a:cubicBezTo>
                <a:cubicBezTo>
                  <a:pt x="74894" y="587548"/>
                  <a:pt x="20879" y="783328"/>
                  <a:pt x="1061" y="909370"/>
                </a:cubicBezTo>
                <a:cubicBezTo>
                  <a:pt x="-4761" y="989297"/>
                  <a:pt x="14894" y="942618"/>
                  <a:pt x="23071" y="932072"/>
                </a:cubicBezTo>
                <a:cubicBezTo>
                  <a:pt x="40080" y="853801"/>
                  <a:pt x="78895" y="541155"/>
                  <a:pt x="103113" y="439745"/>
                </a:cubicBezTo>
                <a:cubicBezTo>
                  <a:pt x="105914" y="392991"/>
                  <a:pt x="129608" y="349900"/>
                  <a:pt x="168382" y="323614"/>
                </a:cubicBezTo>
                <a:cubicBezTo>
                  <a:pt x="168597" y="323614"/>
                  <a:pt x="168813" y="323184"/>
                  <a:pt x="169243" y="322968"/>
                </a:cubicBezTo>
                <a:cubicBezTo>
                  <a:pt x="196385" y="304654"/>
                  <a:pt x="228050" y="292373"/>
                  <a:pt x="261223" y="288495"/>
                </a:cubicBezTo>
                <a:cubicBezTo>
                  <a:pt x="200047" y="291512"/>
                  <a:pt x="142748" y="320383"/>
                  <a:pt x="105698" y="368860"/>
                </a:cubicBezTo>
                <a:lnTo>
                  <a:pt x="105483" y="368860"/>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 name="Freeform 28">
            <a:extLst>
              <a:ext uri="{FF2B5EF4-FFF2-40B4-BE49-F238E27FC236}">
                <a16:creationId xmlns:a16="http://schemas.microsoft.com/office/drawing/2014/main" id="{47915EFA-58F2-507A-3295-0E1EC584AE46}"/>
              </a:ext>
            </a:extLst>
          </p:cNvPr>
          <p:cNvSpPr/>
          <p:nvPr/>
        </p:nvSpPr>
        <p:spPr>
          <a:xfrm>
            <a:off x="948573" y="1391638"/>
            <a:ext cx="623185" cy="83005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 name="csX0" fmla="*/ 82717 w 238457"/>
              <a:gd name="csY0" fmla="*/ 368860 h 932100"/>
              <a:gd name="csX1" fmla="*/ 82286 w 238457"/>
              <a:gd name="csY1" fmla="*/ 332017 h 932100"/>
              <a:gd name="csX2" fmla="*/ 0 w 238457"/>
              <a:gd name="csY2" fmla="*/ 0 h 932100"/>
              <a:gd name="csX3" fmla="*/ 65269 w 238457"/>
              <a:gd name="csY3" fmla="*/ 460644 h 932100"/>
              <a:gd name="csX4" fmla="*/ 305 w 238457"/>
              <a:gd name="csY4" fmla="*/ 932072 h 932100"/>
              <a:gd name="csX5" fmla="*/ 80347 w 238457"/>
              <a:gd name="csY5" fmla="*/ 439745 h 932100"/>
              <a:gd name="csX6" fmla="*/ 145616 w 238457"/>
              <a:gd name="csY6" fmla="*/ 323614 h 932100"/>
              <a:gd name="csX7" fmla="*/ 146477 w 238457"/>
              <a:gd name="csY7" fmla="*/ 322968 h 932100"/>
              <a:gd name="csX8" fmla="*/ 238457 w 238457"/>
              <a:gd name="csY8" fmla="*/ 288495 h 932100"/>
              <a:gd name="csX9" fmla="*/ 82932 w 238457"/>
              <a:gd name="csY9" fmla="*/ 368860 h 932100"/>
              <a:gd name="csX10" fmla="*/ 82717 w 238457"/>
              <a:gd name="csY10" fmla="*/ 368860 h 932100"/>
              <a:gd name="csX0" fmla="*/ 82717 w 238457"/>
              <a:gd name="csY0" fmla="*/ 368860 h 492900"/>
              <a:gd name="csX1" fmla="*/ 82286 w 238457"/>
              <a:gd name="csY1" fmla="*/ 332017 h 492900"/>
              <a:gd name="csX2" fmla="*/ 0 w 238457"/>
              <a:gd name="csY2" fmla="*/ 0 h 492900"/>
              <a:gd name="csX3" fmla="*/ 65269 w 238457"/>
              <a:gd name="csY3" fmla="*/ 460644 h 492900"/>
              <a:gd name="csX4" fmla="*/ 80347 w 238457"/>
              <a:gd name="csY4" fmla="*/ 439745 h 492900"/>
              <a:gd name="csX5" fmla="*/ 145616 w 238457"/>
              <a:gd name="csY5" fmla="*/ 323614 h 492900"/>
              <a:gd name="csX6" fmla="*/ 146477 w 238457"/>
              <a:gd name="csY6" fmla="*/ 322968 h 492900"/>
              <a:gd name="csX7" fmla="*/ 238457 w 238457"/>
              <a:gd name="csY7" fmla="*/ 288495 h 492900"/>
              <a:gd name="csX8" fmla="*/ 82932 w 238457"/>
              <a:gd name="csY8" fmla="*/ 368860 h 492900"/>
              <a:gd name="csX9" fmla="*/ 82717 w 238457"/>
              <a:gd name="csY9" fmla="*/ 368860 h 492900"/>
              <a:gd name="csX0" fmla="*/ 17448 w 173188"/>
              <a:gd name="csY0" fmla="*/ 256637 h 380677"/>
              <a:gd name="csX1" fmla="*/ 17017 w 173188"/>
              <a:gd name="csY1" fmla="*/ 219794 h 380677"/>
              <a:gd name="csX2" fmla="*/ 17938 w 173188"/>
              <a:gd name="csY2" fmla="*/ 0 h 380677"/>
              <a:gd name="csX3" fmla="*/ 0 w 173188"/>
              <a:gd name="csY3" fmla="*/ 348421 h 380677"/>
              <a:gd name="csX4" fmla="*/ 15078 w 173188"/>
              <a:gd name="csY4" fmla="*/ 327522 h 380677"/>
              <a:gd name="csX5" fmla="*/ 80347 w 173188"/>
              <a:gd name="csY5" fmla="*/ 211391 h 380677"/>
              <a:gd name="csX6" fmla="*/ 81208 w 173188"/>
              <a:gd name="csY6" fmla="*/ 210745 h 380677"/>
              <a:gd name="csX7" fmla="*/ 173188 w 173188"/>
              <a:gd name="csY7" fmla="*/ 176272 h 380677"/>
              <a:gd name="csX8" fmla="*/ 17663 w 173188"/>
              <a:gd name="csY8" fmla="*/ 256637 h 380677"/>
              <a:gd name="csX9" fmla="*/ 17448 w 173188"/>
              <a:gd name="csY9" fmla="*/ 256637 h 3806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3188" h="380677">
                <a:moveTo>
                  <a:pt x="17448" y="256637"/>
                </a:moveTo>
                <a:cubicBezTo>
                  <a:pt x="17448" y="244356"/>
                  <a:pt x="17448" y="232075"/>
                  <a:pt x="17017" y="219794"/>
                </a:cubicBezTo>
                <a:cubicBezTo>
                  <a:pt x="13785" y="105172"/>
                  <a:pt x="74375" y="100618"/>
                  <a:pt x="17938" y="0"/>
                </a:cubicBezTo>
                <a:cubicBezTo>
                  <a:pt x="91392" y="140908"/>
                  <a:pt x="16371" y="193078"/>
                  <a:pt x="0" y="348421"/>
                </a:cubicBezTo>
                <a:cubicBezTo>
                  <a:pt x="13391" y="421712"/>
                  <a:pt x="1687" y="350360"/>
                  <a:pt x="15078" y="327522"/>
                </a:cubicBezTo>
                <a:cubicBezTo>
                  <a:pt x="17879" y="280768"/>
                  <a:pt x="41573" y="237677"/>
                  <a:pt x="80347" y="211391"/>
                </a:cubicBezTo>
                <a:cubicBezTo>
                  <a:pt x="80562" y="211391"/>
                  <a:pt x="80778" y="210961"/>
                  <a:pt x="81208" y="210745"/>
                </a:cubicBezTo>
                <a:cubicBezTo>
                  <a:pt x="108350" y="192431"/>
                  <a:pt x="140015" y="180150"/>
                  <a:pt x="173188" y="176272"/>
                </a:cubicBezTo>
                <a:cubicBezTo>
                  <a:pt x="112012" y="179289"/>
                  <a:pt x="54713" y="208160"/>
                  <a:pt x="17663" y="256637"/>
                </a:cubicBezTo>
                <a:lnTo>
                  <a:pt x="17448" y="256637"/>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6" name="Freeform 28">
            <a:extLst>
              <a:ext uri="{FF2B5EF4-FFF2-40B4-BE49-F238E27FC236}">
                <a16:creationId xmlns:a16="http://schemas.microsoft.com/office/drawing/2014/main" id="{74E35E07-D052-3F77-18C7-F70F9238A712}"/>
              </a:ext>
            </a:extLst>
          </p:cNvPr>
          <p:cNvSpPr/>
          <p:nvPr/>
        </p:nvSpPr>
        <p:spPr>
          <a:xfrm>
            <a:off x="540251" y="4903256"/>
            <a:ext cx="519385" cy="183451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 name="csX0" fmla="*/ 137716 w 293456"/>
              <a:gd name="csY0" fmla="*/ 80365 h 1058250"/>
              <a:gd name="csX1" fmla="*/ 137285 w 293456"/>
              <a:gd name="csY1" fmla="*/ 43522 h 1058250"/>
              <a:gd name="csX2" fmla="*/ 120268 w 293456"/>
              <a:gd name="csY2" fmla="*/ 172149 h 1058250"/>
              <a:gd name="csX3" fmla="*/ 57799 w 293456"/>
              <a:gd name="csY3" fmla="*/ 554153 h 1058250"/>
              <a:gd name="csX4" fmla="*/ 11209 w 293456"/>
              <a:gd name="csY4" fmla="*/ 921559 h 1058250"/>
              <a:gd name="csX5" fmla="*/ 6747 w 293456"/>
              <a:gd name="csY5" fmla="*/ 1012824 h 1058250"/>
              <a:gd name="csX6" fmla="*/ 3662 w 293456"/>
              <a:gd name="csY6" fmla="*/ 1053755 h 1058250"/>
              <a:gd name="csX7" fmla="*/ 77617 w 293456"/>
              <a:gd name="csY7" fmla="*/ 1055303 h 1058250"/>
              <a:gd name="csX8" fmla="*/ 120052 w 293456"/>
              <a:gd name="csY8" fmla="*/ 1055303 h 1058250"/>
              <a:gd name="csX9" fmla="*/ 77186 w 293456"/>
              <a:gd name="csY9" fmla="*/ 896727 h 1058250"/>
              <a:gd name="csX10" fmla="*/ 82355 w 293456"/>
              <a:gd name="csY10" fmla="*/ 557600 h 1058250"/>
              <a:gd name="csX11" fmla="*/ 135346 w 293456"/>
              <a:gd name="csY11" fmla="*/ 151250 h 1058250"/>
              <a:gd name="csX12" fmla="*/ 200615 w 293456"/>
              <a:gd name="csY12" fmla="*/ 35119 h 1058250"/>
              <a:gd name="csX13" fmla="*/ 201476 w 293456"/>
              <a:gd name="csY13" fmla="*/ 34473 h 1058250"/>
              <a:gd name="csX14" fmla="*/ 293456 w 293456"/>
              <a:gd name="csY14" fmla="*/ 0 h 1058250"/>
              <a:gd name="csX15" fmla="*/ 137931 w 293456"/>
              <a:gd name="csY15" fmla="*/ 80365 h 1058250"/>
              <a:gd name="csX16" fmla="*/ 137716 w 293456"/>
              <a:gd name="csY16" fmla="*/ 80365 h 1058250"/>
              <a:gd name="csX0" fmla="*/ 137716 w 294424"/>
              <a:gd name="csY0" fmla="*/ 82135 h 1060020"/>
              <a:gd name="csX1" fmla="*/ 137285 w 294424"/>
              <a:gd name="csY1" fmla="*/ 45292 h 1060020"/>
              <a:gd name="csX2" fmla="*/ 120268 w 294424"/>
              <a:gd name="csY2" fmla="*/ 173919 h 1060020"/>
              <a:gd name="csX3" fmla="*/ 57799 w 294424"/>
              <a:gd name="csY3" fmla="*/ 555923 h 1060020"/>
              <a:gd name="csX4" fmla="*/ 11209 w 294424"/>
              <a:gd name="csY4" fmla="*/ 923329 h 1060020"/>
              <a:gd name="csX5" fmla="*/ 6747 w 294424"/>
              <a:gd name="csY5" fmla="*/ 1014594 h 1060020"/>
              <a:gd name="csX6" fmla="*/ 3662 w 294424"/>
              <a:gd name="csY6" fmla="*/ 1055525 h 1060020"/>
              <a:gd name="csX7" fmla="*/ 77617 w 294424"/>
              <a:gd name="csY7" fmla="*/ 1057073 h 1060020"/>
              <a:gd name="csX8" fmla="*/ 120052 w 294424"/>
              <a:gd name="csY8" fmla="*/ 1057073 h 1060020"/>
              <a:gd name="csX9" fmla="*/ 77186 w 294424"/>
              <a:gd name="csY9" fmla="*/ 898497 h 1060020"/>
              <a:gd name="csX10" fmla="*/ 82355 w 294424"/>
              <a:gd name="csY10" fmla="*/ 559370 h 1060020"/>
              <a:gd name="csX11" fmla="*/ 135346 w 294424"/>
              <a:gd name="csY11" fmla="*/ 153020 h 1060020"/>
              <a:gd name="csX12" fmla="*/ 200615 w 294424"/>
              <a:gd name="csY12" fmla="*/ 36889 h 1060020"/>
              <a:gd name="csX13" fmla="*/ 293456 w 294424"/>
              <a:gd name="csY13" fmla="*/ 1770 h 1060020"/>
              <a:gd name="csX14" fmla="*/ 137931 w 294424"/>
              <a:gd name="csY14" fmla="*/ 82135 h 1060020"/>
              <a:gd name="csX15" fmla="*/ 137716 w 294424"/>
              <a:gd name="csY15" fmla="*/ 82135 h 1060020"/>
              <a:gd name="csX0" fmla="*/ 137716 w 200617"/>
              <a:gd name="csY0" fmla="*/ 47059 h 1024944"/>
              <a:gd name="csX1" fmla="*/ 137285 w 200617"/>
              <a:gd name="csY1" fmla="*/ 10216 h 1024944"/>
              <a:gd name="csX2" fmla="*/ 120268 w 200617"/>
              <a:gd name="csY2" fmla="*/ 138843 h 1024944"/>
              <a:gd name="csX3" fmla="*/ 57799 w 200617"/>
              <a:gd name="csY3" fmla="*/ 520847 h 1024944"/>
              <a:gd name="csX4" fmla="*/ 11209 w 200617"/>
              <a:gd name="csY4" fmla="*/ 888253 h 1024944"/>
              <a:gd name="csX5" fmla="*/ 6747 w 200617"/>
              <a:gd name="csY5" fmla="*/ 979518 h 1024944"/>
              <a:gd name="csX6" fmla="*/ 3662 w 200617"/>
              <a:gd name="csY6" fmla="*/ 1020449 h 1024944"/>
              <a:gd name="csX7" fmla="*/ 77617 w 200617"/>
              <a:gd name="csY7" fmla="*/ 1021997 h 1024944"/>
              <a:gd name="csX8" fmla="*/ 120052 w 200617"/>
              <a:gd name="csY8" fmla="*/ 1021997 h 1024944"/>
              <a:gd name="csX9" fmla="*/ 77186 w 200617"/>
              <a:gd name="csY9" fmla="*/ 863421 h 1024944"/>
              <a:gd name="csX10" fmla="*/ 82355 w 200617"/>
              <a:gd name="csY10" fmla="*/ 524294 h 1024944"/>
              <a:gd name="csX11" fmla="*/ 135346 w 200617"/>
              <a:gd name="csY11" fmla="*/ 117944 h 1024944"/>
              <a:gd name="csX12" fmla="*/ 200615 w 200617"/>
              <a:gd name="csY12" fmla="*/ 1813 h 1024944"/>
              <a:gd name="csX13" fmla="*/ 137931 w 200617"/>
              <a:gd name="csY13" fmla="*/ 47059 h 1024944"/>
              <a:gd name="csX14" fmla="*/ 137716 w 200617"/>
              <a:gd name="csY14" fmla="*/ 47059 h 1024944"/>
              <a:gd name="csX0" fmla="*/ 137716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13" fmla="*/ 137716 w 140143"/>
              <a:gd name="csY13" fmla="*/ 36843 h 1014728"/>
              <a:gd name="csX0" fmla="*/ 137931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0" fmla="*/ 135346 w 140749"/>
              <a:gd name="csY0" fmla="*/ 108035 h 1015035"/>
              <a:gd name="csX1" fmla="*/ 137285 w 140749"/>
              <a:gd name="csY1" fmla="*/ 307 h 1015035"/>
              <a:gd name="csX2" fmla="*/ 120268 w 140749"/>
              <a:gd name="csY2" fmla="*/ 128934 h 1015035"/>
              <a:gd name="csX3" fmla="*/ 57799 w 140749"/>
              <a:gd name="csY3" fmla="*/ 510938 h 1015035"/>
              <a:gd name="csX4" fmla="*/ 11209 w 140749"/>
              <a:gd name="csY4" fmla="*/ 878344 h 1015035"/>
              <a:gd name="csX5" fmla="*/ 6747 w 140749"/>
              <a:gd name="csY5" fmla="*/ 969609 h 1015035"/>
              <a:gd name="csX6" fmla="*/ 3662 w 140749"/>
              <a:gd name="csY6" fmla="*/ 1010540 h 1015035"/>
              <a:gd name="csX7" fmla="*/ 77617 w 140749"/>
              <a:gd name="csY7" fmla="*/ 1012088 h 1015035"/>
              <a:gd name="csX8" fmla="*/ 120052 w 140749"/>
              <a:gd name="csY8" fmla="*/ 1012088 h 1015035"/>
              <a:gd name="csX9" fmla="*/ 77186 w 140749"/>
              <a:gd name="csY9" fmla="*/ 853512 h 1015035"/>
              <a:gd name="csX10" fmla="*/ 82355 w 140749"/>
              <a:gd name="csY10" fmla="*/ 514385 h 1015035"/>
              <a:gd name="csX11" fmla="*/ 135346 w 140749"/>
              <a:gd name="csY11" fmla="*/ 108035 h 1015035"/>
              <a:gd name="csX0" fmla="*/ 135346 w 137484"/>
              <a:gd name="csY0" fmla="*/ 39889 h 946889"/>
              <a:gd name="csX1" fmla="*/ 120268 w 137484"/>
              <a:gd name="csY1" fmla="*/ 60788 h 946889"/>
              <a:gd name="csX2" fmla="*/ 57799 w 137484"/>
              <a:gd name="csY2" fmla="*/ 442792 h 946889"/>
              <a:gd name="csX3" fmla="*/ 11209 w 137484"/>
              <a:gd name="csY3" fmla="*/ 810198 h 946889"/>
              <a:gd name="csX4" fmla="*/ 6747 w 137484"/>
              <a:gd name="csY4" fmla="*/ 901463 h 946889"/>
              <a:gd name="csX5" fmla="*/ 3662 w 137484"/>
              <a:gd name="csY5" fmla="*/ 942394 h 946889"/>
              <a:gd name="csX6" fmla="*/ 77617 w 137484"/>
              <a:gd name="csY6" fmla="*/ 943942 h 946889"/>
              <a:gd name="csX7" fmla="*/ 120052 w 137484"/>
              <a:gd name="csY7" fmla="*/ 943942 h 946889"/>
              <a:gd name="csX8" fmla="*/ 77186 w 137484"/>
              <a:gd name="csY8" fmla="*/ 785366 h 946889"/>
              <a:gd name="csX9" fmla="*/ 82355 w 137484"/>
              <a:gd name="csY9" fmla="*/ 446239 h 946889"/>
              <a:gd name="csX10" fmla="*/ 135346 w 137484"/>
              <a:gd name="csY10" fmla="*/ 39889 h 946889"/>
              <a:gd name="csX0" fmla="*/ 135346 w 135346"/>
              <a:gd name="csY0" fmla="*/ 1 h 907001"/>
              <a:gd name="csX1" fmla="*/ 57799 w 135346"/>
              <a:gd name="csY1" fmla="*/ 402904 h 907001"/>
              <a:gd name="csX2" fmla="*/ 11209 w 135346"/>
              <a:gd name="csY2" fmla="*/ 770310 h 907001"/>
              <a:gd name="csX3" fmla="*/ 6747 w 135346"/>
              <a:gd name="csY3" fmla="*/ 861575 h 907001"/>
              <a:gd name="csX4" fmla="*/ 3662 w 135346"/>
              <a:gd name="csY4" fmla="*/ 902506 h 907001"/>
              <a:gd name="csX5" fmla="*/ 77617 w 135346"/>
              <a:gd name="csY5" fmla="*/ 904054 h 907001"/>
              <a:gd name="csX6" fmla="*/ 120052 w 135346"/>
              <a:gd name="csY6" fmla="*/ 904054 h 907001"/>
              <a:gd name="csX7" fmla="*/ 77186 w 135346"/>
              <a:gd name="csY7" fmla="*/ 745478 h 907001"/>
              <a:gd name="csX8" fmla="*/ 82355 w 135346"/>
              <a:gd name="csY8" fmla="*/ 406351 h 907001"/>
              <a:gd name="csX9" fmla="*/ 135346 w 135346"/>
              <a:gd name="csY9" fmla="*/ 1 h 907001"/>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77186 w 120052"/>
              <a:gd name="csY7" fmla="*/ 385096 h 546619"/>
              <a:gd name="csX8" fmla="*/ 82355 w 120052"/>
              <a:gd name="csY8" fmla="*/ 45969 h 546619"/>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92893 w 120052"/>
              <a:gd name="csY7" fmla="*/ 369397 h 546619"/>
              <a:gd name="csX8" fmla="*/ 82355 w 120052"/>
              <a:gd name="csY8" fmla="*/ 45969 h 546619"/>
              <a:gd name="csX0" fmla="*/ 80784 w 120052"/>
              <a:gd name="csY0" fmla="*/ 199646 h 515831"/>
              <a:gd name="csX1" fmla="*/ 57799 w 120052"/>
              <a:gd name="csY1" fmla="*/ 11734 h 515831"/>
              <a:gd name="csX2" fmla="*/ 11209 w 120052"/>
              <a:gd name="csY2" fmla="*/ 379140 h 515831"/>
              <a:gd name="csX3" fmla="*/ 6747 w 120052"/>
              <a:gd name="csY3" fmla="*/ 470405 h 515831"/>
              <a:gd name="csX4" fmla="*/ 3662 w 120052"/>
              <a:gd name="csY4" fmla="*/ 511336 h 515831"/>
              <a:gd name="csX5" fmla="*/ 77617 w 120052"/>
              <a:gd name="csY5" fmla="*/ 512884 h 515831"/>
              <a:gd name="csX6" fmla="*/ 120052 w 120052"/>
              <a:gd name="csY6" fmla="*/ 512884 h 515831"/>
              <a:gd name="csX7" fmla="*/ 92893 w 120052"/>
              <a:gd name="csY7" fmla="*/ 338609 h 515831"/>
              <a:gd name="csX8" fmla="*/ 80784 w 120052"/>
              <a:gd name="csY8" fmla="*/ 199646 h 515831"/>
              <a:gd name="csX0" fmla="*/ 80784 w 120052"/>
              <a:gd name="csY0" fmla="*/ 48110 h 364295"/>
              <a:gd name="csX1" fmla="*/ 27956 w 120052"/>
              <a:gd name="csY1" fmla="*/ 40738 h 364295"/>
              <a:gd name="csX2" fmla="*/ 11209 w 120052"/>
              <a:gd name="csY2" fmla="*/ 227604 h 364295"/>
              <a:gd name="csX3" fmla="*/ 6747 w 120052"/>
              <a:gd name="csY3" fmla="*/ 318869 h 364295"/>
              <a:gd name="csX4" fmla="*/ 3662 w 120052"/>
              <a:gd name="csY4" fmla="*/ 359800 h 364295"/>
              <a:gd name="csX5" fmla="*/ 77617 w 120052"/>
              <a:gd name="csY5" fmla="*/ 361348 h 364295"/>
              <a:gd name="csX6" fmla="*/ 120052 w 120052"/>
              <a:gd name="csY6" fmla="*/ 361348 h 364295"/>
              <a:gd name="csX7" fmla="*/ 92893 w 120052"/>
              <a:gd name="csY7" fmla="*/ 187073 h 364295"/>
              <a:gd name="csX8" fmla="*/ 80784 w 120052"/>
              <a:gd name="csY8" fmla="*/ 48110 h 364295"/>
              <a:gd name="csX0" fmla="*/ 92893 w 120052"/>
              <a:gd name="csY0" fmla="*/ 146662 h 323884"/>
              <a:gd name="csX1" fmla="*/ 27956 w 120052"/>
              <a:gd name="csY1" fmla="*/ 327 h 323884"/>
              <a:gd name="csX2" fmla="*/ 11209 w 120052"/>
              <a:gd name="csY2" fmla="*/ 187193 h 323884"/>
              <a:gd name="csX3" fmla="*/ 6747 w 120052"/>
              <a:gd name="csY3" fmla="*/ 278458 h 323884"/>
              <a:gd name="csX4" fmla="*/ 3662 w 120052"/>
              <a:gd name="csY4" fmla="*/ 319389 h 323884"/>
              <a:gd name="csX5" fmla="*/ 77617 w 120052"/>
              <a:gd name="csY5" fmla="*/ 320937 h 323884"/>
              <a:gd name="csX6" fmla="*/ 120052 w 120052"/>
              <a:gd name="csY6" fmla="*/ 320937 h 323884"/>
              <a:gd name="csX7" fmla="*/ 92893 w 120052"/>
              <a:gd name="csY7" fmla="*/ 146662 h 323884"/>
              <a:gd name="csX0" fmla="*/ 92893 w 120052"/>
              <a:gd name="csY0" fmla="*/ 150479 h 327701"/>
              <a:gd name="csX1" fmla="*/ 72647 w 120052"/>
              <a:gd name="csY1" fmla="*/ 59128 h 327701"/>
              <a:gd name="csX2" fmla="*/ 27956 w 120052"/>
              <a:gd name="csY2" fmla="*/ 4144 h 327701"/>
              <a:gd name="csX3" fmla="*/ 11209 w 120052"/>
              <a:gd name="csY3" fmla="*/ 191010 h 327701"/>
              <a:gd name="csX4" fmla="*/ 6747 w 120052"/>
              <a:gd name="csY4" fmla="*/ 282275 h 327701"/>
              <a:gd name="csX5" fmla="*/ 3662 w 120052"/>
              <a:gd name="csY5" fmla="*/ 323206 h 327701"/>
              <a:gd name="csX6" fmla="*/ 77617 w 120052"/>
              <a:gd name="csY6" fmla="*/ 324754 h 327701"/>
              <a:gd name="csX7" fmla="*/ 120052 w 120052"/>
              <a:gd name="csY7" fmla="*/ 324754 h 327701"/>
              <a:gd name="csX8" fmla="*/ 92893 w 120052"/>
              <a:gd name="csY8" fmla="*/ 150479 h 327701"/>
              <a:gd name="csX0" fmla="*/ 92893 w 120052"/>
              <a:gd name="csY0" fmla="*/ 150066 h 327288"/>
              <a:gd name="csX1" fmla="*/ 94048 w 120052"/>
              <a:gd name="csY1" fmla="*/ 104468 h 327288"/>
              <a:gd name="csX2" fmla="*/ 72647 w 120052"/>
              <a:gd name="csY2" fmla="*/ 58715 h 327288"/>
              <a:gd name="csX3" fmla="*/ 27956 w 120052"/>
              <a:gd name="csY3" fmla="*/ 3731 h 327288"/>
              <a:gd name="csX4" fmla="*/ 11209 w 120052"/>
              <a:gd name="csY4" fmla="*/ 190597 h 327288"/>
              <a:gd name="csX5" fmla="*/ 6747 w 120052"/>
              <a:gd name="csY5" fmla="*/ 281862 h 327288"/>
              <a:gd name="csX6" fmla="*/ 3662 w 120052"/>
              <a:gd name="csY6" fmla="*/ 322793 h 327288"/>
              <a:gd name="csX7" fmla="*/ 77617 w 120052"/>
              <a:gd name="csY7" fmla="*/ 324341 h 327288"/>
              <a:gd name="csX8" fmla="*/ 120052 w 120052"/>
              <a:gd name="csY8" fmla="*/ 324341 h 327288"/>
              <a:gd name="csX9" fmla="*/ 92893 w 120052"/>
              <a:gd name="csY9" fmla="*/ 150066 h 327288"/>
              <a:gd name="csX0" fmla="*/ 92893 w 104184"/>
              <a:gd name="csY0" fmla="*/ 150066 h 327288"/>
              <a:gd name="csX1" fmla="*/ 94048 w 104184"/>
              <a:gd name="csY1" fmla="*/ 104468 h 327288"/>
              <a:gd name="csX2" fmla="*/ 72647 w 104184"/>
              <a:gd name="csY2" fmla="*/ 58715 h 327288"/>
              <a:gd name="csX3" fmla="*/ 27956 w 104184"/>
              <a:gd name="csY3" fmla="*/ 3731 h 327288"/>
              <a:gd name="csX4" fmla="*/ 11209 w 104184"/>
              <a:gd name="csY4" fmla="*/ 190597 h 327288"/>
              <a:gd name="csX5" fmla="*/ 6747 w 104184"/>
              <a:gd name="csY5" fmla="*/ 281862 h 327288"/>
              <a:gd name="csX6" fmla="*/ 3662 w 104184"/>
              <a:gd name="csY6" fmla="*/ 322793 h 327288"/>
              <a:gd name="csX7" fmla="*/ 77617 w 104184"/>
              <a:gd name="csY7" fmla="*/ 324341 h 327288"/>
              <a:gd name="csX8" fmla="*/ 104184 w 104184"/>
              <a:gd name="csY8" fmla="*/ 324341 h 327288"/>
              <a:gd name="csX9" fmla="*/ 92893 w 104184"/>
              <a:gd name="csY9" fmla="*/ 150066 h 327288"/>
              <a:gd name="csX0" fmla="*/ 92893 w 104184"/>
              <a:gd name="csY0" fmla="*/ 198834 h 376056"/>
              <a:gd name="csX1" fmla="*/ 94048 w 104184"/>
              <a:gd name="csY1" fmla="*/ 153236 h 376056"/>
              <a:gd name="csX2" fmla="*/ 72647 w 104184"/>
              <a:gd name="csY2" fmla="*/ 107483 h 376056"/>
              <a:gd name="csX3" fmla="*/ 58346 w 104184"/>
              <a:gd name="csY3" fmla="*/ 1597 h 376056"/>
              <a:gd name="csX4" fmla="*/ 27956 w 104184"/>
              <a:gd name="csY4" fmla="*/ 52499 h 376056"/>
              <a:gd name="csX5" fmla="*/ 11209 w 104184"/>
              <a:gd name="csY5" fmla="*/ 239365 h 376056"/>
              <a:gd name="csX6" fmla="*/ 6747 w 104184"/>
              <a:gd name="csY6" fmla="*/ 330630 h 376056"/>
              <a:gd name="csX7" fmla="*/ 3662 w 104184"/>
              <a:gd name="csY7" fmla="*/ 371561 h 376056"/>
              <a:gd name="csX8" fmla="*/ 77617 w 104184"/>
              <a:gd name="csY8" fmla="*/ 373109 h 376056"/>
              <a:gd name="csX9" fmla="*/ 104184 w 104184"/>
              <a:gd name="csY9" fmla="*/ 373109 h 376056"/>
              <a:gd name="csX10" fmla="*/ 92893 w 104184"/>
              <a:gd name="csY10" fmla="*/ 198834 h 376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4184" h="376056">
                <a:moveTo>
                  <a:pt x="92893" y="198834"/>
                </a:moveTo>
                <a:cubicBezTo>
                  <a:pt x="86576" y="162189"/>
                  <a:pt x="97422" y="168461"/>
                  <a:pt x="94048" y="153236"/>
                </a:cubicBezTo>
                <a:cubicBezTo>
                  <a:pt x="90674" y="138011"/>
                  <a:pt x="79258" y="121172"/>
                  <a:pt x="72647" y="107483"/>
                </a:cubicBezTo>
                <a:cubicBezTo>
                  <a:pt x="66036" y="93794"/>
                  <a:pt x="65795" y="10761"/>
                  <a:pt x="58346" y="1597"/>
                </a:cubicBezTo>
                <a:cubicBezTo>
                  <a:pt x="50898" y="-7567"/>
                  <a:pt x="35151" y="24454"/>
                  <a:pt x="27956" y="52499"/>
                </a:cubicBezTo>
                <a:cubicBezTo>
                  <a:pt x="10293" y="163027"/>
                  <a:pt x="-638" y="127544"/>
                  <a:pt x="11209" y="239365"/>
                </a:cubicBezTo>
                <a:cubicBezTo>
                  <a:pt x="6686" y="303129"/>
                  <a:pt x="3144" y="317690"/>
                  <a:pt x="6747" y="330630"/>
                </a:cubicBezTo>
                <a:cubicBezTo>
                  <a:pt x="8388" y="351576"/>
                  <a:pt x="-6700" y="363032"/>
                  <a:pt x="3662" y="371561"/>
                </a:cubicBezTo>
                <a:cubicBezTo>
                  <a:pt x="7539" y="385458"/>
                  <a:pt x="66552" y="361620"/>
                  <a:pt x="77617" y="373109"/>
                </a:cubicBezTo>
                <a:lnTo>
                  <a:pt x="104184" y="373109"/>
                </a:lnTo>
                <a:cubicBezTo>
                  <a:pt x="83289" y="322261"/>
                  <a:pt x="101078" y="253129"/>
                  <a:pt x="92893" y="198834"/>
                </a:cubicBezTo>
                <a:close/>
              </a:path>
            </a:pathLst>
          </a:custGeom>
          <a:gradFill flip="none" rotWithShape="1">
            <a:gsLst>
              <a:gs pos="0">
                <a:srgbClr val="680000"/>
              </a:gs>
              <a:gs pos="10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1" name="Freeform 25">
            <a:extLst>
              <a:ext uri="{FF2B5EF4-FFF2-40B4-BE49-F238E27FC236}">
                <a16:creationId xmlns:a16="http://schemas.microsoft.com/office/drawing/2014/main" id="{6FAA6C7C-B7E9-3FCA-2442-F60BD3AFFE04}"/>
              </a:ext>
            </a:extLst>
          </p:cNvPr>
          <p:cNvSpPr/>
          <p:nvPr/>
        </p:nvSpPr>
        <p:spPr>
          <a:xfrm rot="19671096">
            <a:off x="171655" y="-157120"/>
            <a:ext cx="519385" cy="79484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2" name="Arc 31">
            <a:extLst>
              <a:ext uri="{FF2B5EF4-FFF2-40B4-BE49-F238E27FC236}">
                <a16:creationId xmlns:a16="http://schemas.microsoft.com/office/drawing/2014/main" id="{F04FD8D6-5FB0-ECB1-68C8-A6B1F13BDC70}"/>
              </a:ext>
            </a:extLst>
          </p:cNvPr>
          <p:cNvSpPr/>
          <p:nvPr/>
        </p:nvSpPr>
        <p:spPr>
          <a:xfrm rot="20828105">
            <a:off x="277028" y="164696"/>
            <a:ext cx="663813" cy="2177506"/>
          </a:xfrm>
          <a:prstGeom prst="arc">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33" name="Freeform: Shape 32">
            <a:extLst>
              <a:ext uri="{FF2B5EF4-FFF2-40B4-BE49-F238E27FC236}">
                <a16:creationId xmlns:a16="http://schemas.microsoft.com/office/drawing/2014/main" id="{A2D3148E-6567-3D75-B16B-D3667E957331}"/>
              </a:ext>
            </a:extLst>
          </p:cNvPr>
          <p:cNvSpPr/>
          <p:nvPr/>
        </p:nvSpPr>
        <p:spPr>
          <a:xfrm>
            <a:off x="893852" y="328774"/>
            <a:ext cx="1263721" cy="1387011"/>
          </a:xfrm>
          <a:custGeom>
            <a:avLst/>
            <a:gdLst>
              <a:gd name="csX0" fmla="*/ 0 w 1263721"/>
              <a:gd name="csY0" fmla="*/ 1387011 h 1387011"/>
              <a:gd name="csX1" fmla="*/ 297950 w 1263721"/>
              <a:gd name="csY1" fmla="*/ 852755 h 1387011"/>
              <a:gd name="csX2" fmla="*/ 421240 w 1263721"/>
              <a:gd name="csY2" fmla="*/ 462337 h 1387011"/>
              <a:gd name="csX3" fmla="*/ 914400 w 1263721"/>
              <a:gd name="csY3" fmla="*/ 287676 h 1387011"/>
              <a:gd name="csX4" fmla="*/ 1068512 w 1263721"/>
              <a:gd name="csY4" fmla="*/ 102741 h 1387011"/>
              <a:gd name="csX5" fmla="*/ 1263721 w 1263721"/>
              <a:gd name="csY5" fmla="*/ 0 h 1387011"/>
              <a:gd name="csX6" fmla="*/ 1263721 w 1263721"/>
              <a:gd name="csY6" fmla="*/ 0 h 13870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63721" h="1387011">
                <a:moveTo>
                  <a:pt x="0" y="1387011"/>
                </a:moveTo>
                <a:cubicBezTo>
                  <a:pt x="113871" y="1196939"/>
                  <a:pt x="227743" y="1006867"/>
                  <a:pt x="297950" y="852755"/>
                </a:cubicBezTo>
                <a:cubicBezTo>
                  <a:pt x="368157" y="698643"/>
                  <a:pt x="318498" y="556517"/>
                  <a:pt x="421240" y="462337"/>
                </a:cubicBezTo>
                <a:cubicBezTo>
                  <a:pt x="523982" y="368157"/>
                  <a:pt x="806521" y="347609"/>
                  <a:pt x="914400" y="287676"/>
                </a:cubicBezTo>
                <a:cubicBezTo>
                  <a:pt x="1022279" y="227743"/>
                  <a:pt x="1010292" y="150687"/>
                  <a:pt x="1068512" y="102741"/>
                </a:cubicBezTo>
                <a:cubicBezTo>
                  <a:pt x="1126732" y="54795"/>
                  <a:pt x="1263721" y="0"/>
                  <a:pt x="1263721" y="0"/>
                </a:cubicBezTo>
                <a:lnTo>
                  <a:pt x="1263721" y="0"/>
                </a:lnTo>
              </a:path>
            </a:pathLst>
          </a:cu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34" name="Freeform: Shape 33">
            <a:extLst>
              <a:ext uri="{FF2B5EF4-FFF2-40B4-BE49-F238E27FC236}">
                <a16:creationId xmlns:a16="http://schemas.microsoft.com/office/drawing/2014/main" id="{1149CFD3-5634-23E8-B1AC-92C64D088C38}"/>
              </a:ext>
            </a:extLst>
          </p:cNvPr>
          <p:cNvSpPr/>
          <p:nvPr/>
        </p:nvSpPr>
        <p:spPr>
          <a:xfrm>
            <a:off x="1190624" y="82194"/>
            <a:ext cx="494338" cy="1047964"/>
          </a:xfrm>
          <a:custGeom>
            <a:avLst/>
            <a:gdLst>
              <a:gd name="csX0" fmla="*/ 1178 w 494338"/>
              <a:gd name="csY0" fmla="*/ 1047964 h 1047964"/>
              <a:gd name="csX1" fmla="*/ 42275 w 494338"/>
              <a:gd name="csY1" fmla="*/ 626724 h 1047964"/>
              <a:gd name="csX2" fmla="*/ 278580 w 494338"/>
              <a:gd name="csY2" fmla="*/ 195209 h 1047964"/>
              <a:gd name="csX3" fmla="*/ 494338 w 494338"/>
              <a:gd name="csY3" fmla="*/ 0 h 1047964"/>
              <a:gd name="csX4" fmla="*/ 494338 w 494338"/>
              <a:gd name="csY4" fmla="*/ 0 h 1047964"/>
            </a:gdLst>
            <a:ahLst/>
            <a:cxnLst>
              <a:cxn ang="0">
                <a:pos x="csX0" y="csY0"/>
              </a:cxn>
              <a:cxn ang="0">
                <a:pos x="csX1" y="csY1"/>
              </a:cxn>
              <a:cxn ang="0">
                <a:pos x="csX2" y="csY2"/>
              </a:cxn>
              <a:cxn ang="0">
                <a:pos x="csX3" y="csY3"/>
              </a:cxn>
              <a:cxn ang="0">
                <a:pos x="csX4" y="csY4"/>
              </a:cxn>
            </a:cxnLst>
            <a:rect l="l" t="t" r="r" b="b"/>
            <a:pathLst>
              <a:path w="494338" h="1047964">
                <a:moveTo>
                  <a:pt x="1178" y="1047964"/>
                </a:moveTo>
                <a:cubicBezTo>
                  <a:pt x="-1391" y="908407"/>
                  <a:pt x="-3959" y="768850"/>
                  <a:pt x="42275" y="626724"/>
                </a:cubicBezTo>
                <a:cubicBezTo>
                  <a:pt x="88509" y="484598"/>
                  <a:pt x="203236" y="299663"/>
                  <a:pt x="278580" y="195209"/>
                </a:cubicBezTo>
                <a:cubicBezTo>
                  <a:pt x="353924" y="90755"/>
                  <a:pt x="494338" y="0"/>
                  <a:pt x="494338" y="0"/>
                </a:cubicBezTo>
                <a:lnTo>
                  <a:pt x="494338" y="0"/>
                </a:lnTo>
              </a:path>
            </a:pathLst>
          </a:cu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
        <p:nvSpPr>
          <p:cNvPr id="12" name="Freeform: Shape 11">
            <a:extLst>
              <a:ext uri="{FF2B5EF4-FFF2-40B4-BE49-F238E27FC236}">
                <a16:creationId xmlns:a16="http://schemas.microsoft.com/office/drawing/2014/main" id="{7CABF102-4EC4-81F3-7F49-0C3DFC6FC1A4}"/>
              </a:ext>
            </a:extLst>
          </p:cNvPr>
          <p:cNvSpPr/>
          <p:nvPr/>
        </p:nvSpPr>
        <p:spPr>
          <a:xfrm>
            <a:off x="0" y="6571489"/>
            <a:ext cx="1981126" cy="65646"/>
          </a:xfrm>
          <a:custGeom>
            <a:avLst/>
            <a:gdLst>
              <a:gd name="csX0" fmla="*/ 0 w 2065106"/>
              <a:gd name="csY0" fmla="*/ 71919 h 143838"/>
              <a:gd name="csX1" fmla="*/ 328773 w 2065106"/>
              <a:gd name="csY1" fmla="*/ 113016 h 143838"/>
              <a:gd name="csX2" fmla="*/ 523982 w 2065106"/>
              <a:gd name="csY2" fmla="*/ 143838 h 143838"/>
              <a:gd name="csX3" fmla="*/ 811658 w 2065106"/>
              <a:gd name="csY3" fmla="*/ 133564 h 143838"/>
              <a:gd name="csX4" fmla="*/ 955497 w 2065106"/>
              <a:gd name="csY4" fmla="*/ 102742 h 143838"/>
              <a:gd name="csX5" fmla="*/ 1089061 w 2065106"/>
              <a:gd name="csY5" fmla="*/ 82193 h 143838"/>
              <a:gd name="csX6" fmla="*/ 1171254 w 2065106"/>
              <a:gd name="csY6" fmla="*/ 51371 h 143838"/>
              <a:gd name="csX7" fmla="*/ 1315092 w 2065106"/>
              <a:gd name="csY7" fmla="*/ 10274 h 143838"/>
              <a:gd name="csX8" fmla="*/ 1345915 w 2065106"/>
              <a:gd name="csY8" fmla="*/ 0 h 143838"/>
              <a:gd name="csX9" fmla="*/ 1469204 w 2065106"/>
              <a:gd name="csY9" fmla="*/ 10274 h 143838"/>
              <a:gd name="csX10" fmla="*/ 1541124 w 2065106"/>
              <a:gd name="csY10" fmla="*/ 41097 h 143838"/>
              <a:gd name="csX11" fmla="*/ 1654139 w 2065106"/>
              <a:gd name="csY11" fmla="*/ 61645 h 143838"/>
              <a:gd name="csX12" fmla="*/ 1736333 w 2065106"/>
              <a:gd name="csY12" fmla="*/ 71919 h 143838"/>
              <a:gd name="csX13" fmla="*/ 2065106 w 2065106"/>
              <a:gd name="csY13" fmla="*/ 71919 h 143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5106" h="143838">
                <a:moveTo>
                  <a:pt x="0" y="71919"/>
                </a:moveTo>
                <a:lnTo>
                  <a:pt x="328773" y="113016"/>
                </a:lnTo>
                <a:cubicBezTo>
                  <a:pt x="394037" y="121974"/>
                  <a:pt x="458166" y="141037"/>
                  <a:pt x="523982" y="143838"/>
                </a:cubicBezTo>
                <a:lnTo>
                  <a:pt x="811658" y="133564"/>
                </a:lnTo>
                <a:cubicBezTo>
                  <a:pt x="859604" y="123290"/>
                  <a:pt x="907282" y="111671"/>
                  <a:pt x="955497" y="102742"/>
                </a:cubicBezTo>
                <a:cubicBezTo>
                  <a:pt x="999789" y="94540"/>
                  <a:pt x="1045241" y="92626"/>
                  <a:pt x="1089061" y="82193"/>
                </a:cubicBezTo>
                <a:cubicBezTo>
                  <a:pt x="1117526" y="75416"/>
                  <a:pt x="1143371" y="60243"/>
                  <a:pt x="1171254" y="51371"/>
                </a:cubicBezTo>
                <a:cubicBezTo>
                  <a:pt x="1218771" y="36252"/>
                  <a:pt x="1267786" y="26042"/>
                  <a:pt x="1315092" y="10274"/>
                </a:cubicBezTo>
                <a:lnTo>
                  <a:pt x="1345915" y="0"/>
                </a:lnTo>
                <a:cubicBezTo>
                  <a:pt x="1387011" y="3425"/>
                  <a:pt x="1428327" y="4824"/>
                  <a:pt x="1469204" y="10274"/>
                </a:cubicBezTo>
                <a:cubicBezTo>
                  <a:pt x="1499132" y="14264"/>
                  <a:pt x="1512154" y="31440"/>
                  <a:pt x="1541124" y="41097"/>
                </a:cubicBezTo>
                <a:cubicBezTo>
                  <a:pt x="1554399" y="45522"/>
                  <a:pt x="1645083" y="60351"/>
                  <a:pt x="1654139" y="61645"/>
                </a:cubicBezTo>
                <a:cubicBezTo>
                  <a:pt x="1681473" y="65550"/>
                  <a:pt x="1708730" y="71229"/>
                  <a:pt x="1736333" y="71919"/>
                </a:cubicBezTo>
                <a:cubicBezTo>
                  <a:pt x="1845890" y="74658"/>
                  <a:pt x="1955515" y="71919"/>
                  <a:pt x="2065106" y="71919"/>
                </a:cubicBezTo>
              </a:path>
            </a:pathLst>
          </a:cu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0775F77B-66B0-9212-E3AC-4FAE4853EE18}"/>
              </a:ext>
            </a:extLst>
          </p:cNvPr>
          <p:cNvCxnSpPr>
            <a:cxnSpLocks/>
          </p:cNvCxnSpPr>
          <p:nvPr/>
        </p:nvCxnSpPr>
        <p:spPr>
          <a:xfrm>
            <a:off x="1880781" y="1897525"/>
            <a:ext cx="0" cy="4673964"/>
          </a:xfrm>
          <a:prstGeom prst="straightConnector1">
            <a:avLst/>
          </a:prstGeom>
          <a:ln w="38100">
            <a:solidFill>
              <a:srgbClr val="C00000"/>
            </a:solidFill>
            <a:headEnd type="triangle"/>
            <a:tailEnd type="triangle"/>
          </a:ln>
        </p:spPr>
        <p:style>
          <a:lnRef idx="2">
            <a:schemeClr val="accent5"/>
          </a:lnRef>
          <a:fillRef idx="0">
            <a:schemeClr val="accent5"/>
          </a:fillRef>
          <a:effectRef idx="1">
            <a:schemeClr val="accent5"/>
          </a:effectRef>
          <a:fontRef idx="minor">
            <a:schemeClr val="tx1"/>
          </a:fontRef>
        </p:style>
      </p:cxnSp>
      <p:sp>
        <p:nvSpPr>
          <p:cNvPr id="16" name="TextBox 15">
            <a:extLst>
              <a:ext uri="{FF2B5EF4-FFF2-40B4-BE49-F238E27FC236}">
                <a16:creationId xmlns:a16="http://schemas.microsoft.com/office/drawing/2014/main" id="{639F10FA-5EF7-7DE7-207A-FDBF9CD8B7CB}"/>
              </a:ext>
            </a:extLst>
          </p:cNvPr>
          <p:cNvSpPr txBox="1"/>
          <p:nvPr/>
        </p:nvSpPr>
        <p:spPr>
          <a:xfrm>
            <a:off x="2189804" y="1943910"/>
            <a:ext cx="7212343" cy="3847207"/>
          </a:xfrm>
          <a:prstGeom prst="rect">
            <a:avLst/>
          </a:prstGeom>
          <a:noFill/>
        </p:spPr>
        <p:txBody>
          <a:bodyPr wrap="square">
            <a:spAutoFit/>
          </a:bodyPr>
          <a:lstStyle/>
          <a:p>
            <a:r>
              <a:rPr lang="en-US" sz="2000" dirty="0" err="1">
                <a:latin typeface="Times New Roman" panose="02020603050405020304" pitchFamily="18" charset="0"/>
                <a:ea typeface="Times New Roman" panose="02020603050405020304" pitchFamily="18" charset="0"/>
                <a:cs typeface="Times New Roman" panose="02020603050405020304" pitchFamily="18" charset="0"/>
              </a:rPr>
              <a:t>Paracou</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research station (5°50’N, 52°55’W), </a:t>
            </a:r>
          </a:p>
          <a:p>
            <a:r>
              <a:rPr lang="en-US" sz="2000" dirty="0">
                <a:latin typeface="Times New Roman" panose="02020603050405020304" pitchFamily="18" charset="0"/>
                <a:ea typeface="Times New Roman" panose="02020603050405020304" pitchFamily="18" charset="0"/>
                <a:cs typeface="Times New Roman" panose="02020603050405020304" pitchFamily="18" charset="0"/>
              </a:rPr>
              <a:t>located in the coastal region of </a:t>
            </a: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French Guiana, South America.</a:t>
            </a:r>
          </a:p>
          <a:p>
            <a:r>
              <a:rPr lang="en-US" sz="2000" dirty="0">
                <a:latin typeface="Times New Roman" panose="02020603050405020304" pitchFamily="18" charset="0"/>
                <a:cs typeface="Times New Roman" panose="02020603050405020304" pitchFamily="18" charset="0"/>
              </a:rPr>
              <a:t>(March 2020)</a:t>
            </a:r>
          </a:p>
          <a:p>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Eight measurements were taken along the tree stems </a:t>
            </a:r>
          </a:p>
          <a:p>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from the base to the canopy,</a:t>
            </a:r>
          </a:p>
          <a:p>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at 0.5 m, 1.3 m, 2 m, 5 m, 10 m, 20 m, 28 m, and 29 m</a:t>
            </a:r>
          </a:p>
          <a:p>
            <a:r>
              <a:rPr lang="en-US" sz="2000" dirty="0">
                <a:latin typeface="Times New Roman" panose="02020603050405020304" pitchFamily="18" charset="0"/>
                <a:ea typeface="Times New Roman" panose="02020603050405020304" pitchFamily="18" charset="0"/>
                <a:cs typeface="Times New Roman" panose="02020603050405020304" pitchFamily="18" charset="0"/>
              </a:rPr>
              <a:t>(For one tree canopy height measurements were at 20 m, 21 m</a:t>
            </a:r>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ea typeface="Times New Roman" panose="02020603050405020304" pitchFamily="18" charset="0"/>
              </a:rPr>
              <a:t>Three trees were measured as individual entities, </a:t>
            </a:r>
          </a:p>
          <a:p>
            <a:r>
              <a:rPr lang="en-US" sz="2000" dirty="0">
                <a:latin typeface="Times New Roman" panose="02020603050405020304" pitchFamily="18" charset="0"/>
                <a:ea typeface="Times New Roman" panose="02020603050405020304" pitchFamily="18" charset="0"/>
              </a:rPr>
              <a:t>trees Tr1 and Tr2 (Fabaceae) and tree Tr3 (</a:t>
            </a:r>
            <a:r>
              <a:rPr lang="en-US" sz="2000" dirty="0" err="1">
                <a:latin typeface="Times New Roman" panose="02020603050405020304" pitchFamily="18" charset="0"/>
                <a:ea typeface="Times New Roman" panose="02020603050405020304" pitchFamily="18" charset="0"/>
              </a:rPr>
              <a:t>Lecythidaceae</a:t>
            </a:r>
            <a:r>
              <a:rPr lang="en-US" sz="2000" dirty="0">
                <a:latin typeface="Times New Roman" panose="02020603050405020304" pitchFamily="18" charset="0"/>
                <a:ea typeface="Times New Roman" panose="02020603050405020304" pitchFamily="18" charset="0"/>
              </a:rPr>
              <a:t>), </a:t>
            </a:r>
          </a:p>
          <a:p>
            <a:r>
              <a:rPr lang="en-US" sz="2000" dirty="0">
                <a:latin typeface="Times New Roman" panose="02020603050405020304" pitchFamily="18" charset="0"/>
                <a:ea typeface="Times New Roman" panose="02020603050405020304" pitchFamily="18" charset="0"/>
              </a:rPr>
              <a:t>both of which belong to dominant families at the study site.</a:t>
            </a:r>
            <a:r>
              <a:rPr lang="en-US" sz="2000" dirty="0">
                <a:latin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
        <p:nvSpPr>
          <p:cNvPr id="19" name="Rectangle: Rounded Corners 18">
            <a:extLst>
              <a:ext uri="{FF2B5EF4-FFF2-40B4-BE49-F238E27FC236}">
                <a16:creationId xmlns:a16="http://schemas.microsoft.com/office/drawing/2014/main" id="{F7DBD7EA-626E-3316-CC79-C46A70CDD992}"/>
              </a:ext>
            </a:extLst>
          </p:cNvPr>
          <p:cNvSpPr/>
          <p:nvPr/>
        </p:nvSpPr>
        <p:spPr>
          <a:xfrm>
            <a:off x="948573" y="6308333"/>
            <a:ext cx="173420" cy="199667"/>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32CF1F1E-25E3-DC1C-35EE-2BE9C3AE10C6}"/>
              </a:ext>
            </a:extLst>
          </p:cNvPr>
          <p:cNvSpPr/>
          <p:nvPr/>
        </p:nvSpPr>
        <p:spPr>
          <a:xfrm>
            <a:off x="979777" y="2341505"/>
            <a:ext cx="173420" cy="199667"/>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CA0EFD12-105C-1F44-351C-7C0A9030735E}"/>
              </a:ext>
            </a:extLst>
          </p:cNvPr>
          <p:cNvSpPr/>
          <p:nvPr/>
        </p:nvSpPr>
        <p:spPr>
          <a:xfrm>
            <a:off x="873236" y="4117141"/>
            <a:ext cx="173420" cy="199667"/>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B701C9A3-A694-6878-C180-7E67143A2778}"/>
              </a:ext>
            </a:extLst>
          </p:cNvPr>
          <p:cNvSpPr/>
          <p:nvPr/>
        </p:nvSpPr>
        <p:spPr>
          <a:xfrm>
            <a:off x="1001504" y="3459030"/>
            <a:ext cx="173420" cy="199667"/>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A06B2126-EE55-45B8-A1AB-C70475F95806}"/>
              </a:ext>
            </a:extLst>
          </p:cNvPr>
          <p:cNvSpPr/>
          <p:nvPr/>
        </p:nvSpPr>
        <p:spPr>
          <a:xfrm>
            <a:off x="810538" y="4756133"/>
            <a:ext cx="173420" cy="199667"/>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DBE6EC01-0E89-211F-4001-28253AD2EEBA}"/>
              </a:ext>
            </a:extLst>
          </p:cNvPr>
          <p:cNvSpPr/>
          <p:nvPr/>
        </p:nvSpPr>
        <p:spPr>
          <a:xfrm>
            <a:off x="956967" y="5957990"/>
            <a:ext cx="173420" cy="199667"/>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087224C4-007E-68E6-D76F-744F5CD0DCF1}"/>
              </a:ext>
            </a:extLst>
          </p:cNvPr>
          <p:cNvSpPr/>
          <p:nvPr/>
        </p:nvSpPr>
        <p:spPr>
          <a:xfrm>
            <a:off x="936388" y="5556707"/>
            <a:ext cx="173420" cy="199667"/>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962B60A3-9076-826B-B2D1-5C2686E724F9}"/>
              </a:ext>
            </a:extLst>
          </p:cNvPr>
          <p:cNvSpPr/>
          <p:nvPr/>
        </p:nvSpPr>
        <p:spPr>
          <a:xfrm>
            <a:off x="862696" y="5195458"/>
            <a:ext cx="173420" cy="199667"/>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B1475EE9-CBAD-E5A7-4EA4-B8CE06104912}"/>
              </a:ext>
            </a:extLst>
          </p:cNvPr>
          <p:cNvSpPr/>
          <p:nvPr/>
        </p:nvSpPr>
        <p:spPr>
          <a:xfrm>
            <a:off x="1466140" y="6471654"/>
            <a:ext cx="173420" cy="199667"/>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B681DAE7-D248-2B09-98F1-51578E081BEF}"/>
              </a:ext>
            </a:extLst>
          </p:cNvPr>
          <p:cNvSpPr/>
          <p:nvPr/>
        </p:nvSpPr>
        <p:spPr>
          <a:xfrm>
            <a:off x="154468" y="6534620"/>
            <a:ext cx="173420" cy="199667"/>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78FA44A1-7751-72DD-08ED-FC1BD5C6FBA5}"/>
              </a:ext>
            </a:extLst>
          </p:cNvPr>
          <p:cNvSpPr>
            <a:spLocks noGrp="1"/>
          </p:cNvSpPr>
          <p:nvPr>
            <p:ph type="sldNum" sz="quarter" idx="12"/>
          </p:nvPr>
        </p:nvSpPr>
        <p:spPr/>
        <p:txBody>
          <a:bodyPr/>
          <a:lstStyle/>
          <a:p>
            <a:fld id="{511E72FE-814A-43D7-AA66-638DB960BCF9}" type="slidenum">
              <a:rPr lang="en-US" smtClean="0"/>
              <a:t>7</a:t>
            </a:fld>
            <a:endParaRPr lang="en-US"/>
          </a:p>
        </p:txBody>
      </p:sp>
      <p:sp>
        <p:nvSpPr>
          <p:cNvPr id="14" name="Arrow: Pentagon 13">
            <a:extLst>
              <a:ext uri="{FF2B5EF4-FFF2-40B4-BE49-F238E27FC236}">
                <a16:creationId xmlns:a16="http://schemas.microsoft.com/office/drawing/2014/main" id="{40E9DC0E-C139-8DD4-1D42-74C48643A951}"/>
              </a:ext>
            </a:extLst>
          </p:cNvPr>
          <p:cNvSpPr/>
          <p:nvPr/>
        </p:nvSpPr>
        <p:spPr>
          <a:xfrm>
            <a:off x="2813349" y="7505"/>
            <a:ext cx="2612924" cy="54967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000">
                <a:latin typeface="Times New Roman" panose="02020603050405020304" pitchFamily="18" charset="0"/>
                <a:cs typeface="Times New Roman" panose="02020603050405020304" pitchFamily="18" charset="0"/>
              </a:rPr>
              <a:t>Methods</a:t>
            </a:r>
            <a:endParaRPr lang="en-US" sz="3000"/>
          </a:p>
        </p:txBody>
      </p:sp>
      <p:pic>
        <p:nvPicPr>
          <p:cNvPr id="15" name="Picture 14" descr="A map of the world with red text&#10;&#10;AI-generated content may be incorrect.">
            <a:extLst>
              <a:ext uri="{FF2B5EF4-FFF2-40B4-BE49-F238E27FC236}">
                <a16:creationId xmlns:a16="http://schemas.microsoft.com/office/drawing/2014/main" id="{AD70E5D4-67C3-63B2-CCA3-F2483BEEE8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11794" y="-7750"/>
            <a:ext cx="4180206" cy="2229443"/>
          </a:xfrm>
          <a:prstGeom prst="rect">
            <a:avLst/>
          </a:prstGeom>
        </p:spPr>
      </p:pic>
      <p:cxnSp>
        <p:nvCxnSpPr>
          <p:cNvPr id="17" name="Straight Connector 16">
            <a:extLst>
              <a:ext uri="{FF2B5EF4-FFF2-40B4-BE49-F238E27FC236}">
                <a16:creationId xmlns:a16="http://schemas.microsoft.com/office/drawing/2014/main" id="{CC63D5BC-0342-B3A9-90D0-48D3E0DC22FC}"/>
              </a:ext>
            </a:extLst>
          </p:cNvPr>
          <p:cNvCxnSpPr>
            <a:cxnSpLocks/>
          </p:cNvCxnSpPr>
          <p:nvPr/>
        </p:nvCxnSpPr>
        <p:spPr>
          <a:xfrm>
            <a:off x="8498541" y="1478961"/>
            <a:ext cx="3693459" cy="0"/>
          </a:xfrm>
          <a:prstGeom prst="line">
            <a:avLst/>
          </a:prstGeom>
          <a:ln w="3175">
            <a:solidFill>
              <a:schemeClr val="tx1">
                <a:lumMod val="50000"/>
                <a:lumOff val="50000"/>
              </a:schemeClr>
            </a:solidFill>
            <a:prstDash val="lgDashDot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2059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4BC52-D731-0583-A9A5-98A74C7E561F}"/>
            </a:ext>
          </a:extLst>
        </p:cNvPr>
        <p:cNvGrpSpPr/>
        <p:nvPr/>
      </p:nvGrpSpPr>
      <p:grpSpPr>
        <a:xfrm>
          <a:off x="0" y="0"/>
          <a:ext cx="0" cy="0"/>
          <a:chOff x="0" y="0"/>
          <a:chExt cx="0" cy="0"/>
        </a:xfrm>
      </p:grpSpPr>
      <p:pic>
        <p:nvPicPr>
          <p:cNvPr id="25" name="Picture 24">
            <a:extLst>
              <a:ext uri="{FF2B5EF4-FFF2-40B4-BE49-F238E27FC236}">
                <a16:creationId xmlns:a16="http://schemas.microsoft.com/office/drawing/2014/main" id="{A2CCCC9A-9E4F-4B6C-2015-5154A96F28A2}"/>
              </a:ext>
            </a:extLst>
          </p:cNvPr>
          <p:cNvPicPr>
            <a:picLocks noChangeAspect="1"/>
          </p:cNvPicPr>
          <p:nvPr/>
        </p:nvPicPr>
        <p:blipFill>
          <a:blip r:embed="rId2"/>
          <a:stretch>
            <a:fillRect/>
          </a:stretch>
        </p:blipFill>
        <p:spPr>
          <a:xfrm rot="1288603">
            <a:off x="45145" y="-314880"/>
            <a:ext cx="2328510" cy="2206854"/>
          </a:xfrm>
          <a:prstGeom prst="rect">
            <a:avLst/>
          </a:prstGeom>
        </p:spPr>
      </p:pic>
      <p:pic>
        <p:nvPicPr>
          <p:cNvPr id="13" name="Picture 12">
            <a:extLst>
              <a:ext uri="{FF2B5EF4-FFF2-40B4-BE49-F238E27FC236}">
                <a16:creationId xmlns:a16="http://schemas.microsoft.com/office/drawing/2014/main" id="{1888AD2A-1126-469B-6EF3-500171B527A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22616" y="1146249"/>
            <a:ext cx="4752197" cy="5712681"/>
          </a:xfrm>
          <a:prstGeom prst="rect">
            <a:avLst/>
          </a:prstGeom>
        </p:spPr>
      </p:pic>
      <p:sp>
        <p:nvSpPr>
          <p:cNvPr id="6" name="Rectangle 5">
            <a:extLst>
              <a:ext uri="{FF2B5EF4-FFF2-40B4-BE49-F238E27FC236}">
                <a16:creationId xmlns:a16="http://schemas.microsoft.com/office/drawing/2014/main" id="{2DCE0872-7785-60CA-59F6-CDCBAF32D1E1}"/>
              </a:ext>
            </a:extLst>
          </p:cNvPr>
          <p:cNvSpPr/>
          <p:nvPr/>
        </p:nvSpPr>
        <p:spPr>
          <a:xfrm>
            <a:off x="-1" y="6591415"/>
            <a:ext cx="1981127" cy="487480"/>
          </a:xfrm>
          <a:prstGeom prst="rect">
            <a:avLst/>
          </a:prstGeom>
          <a:gradFill flip="none" rotWithShape="1">
            <a:gsLst>
              <a:gs pos="0">
                <a:srgbClr val="680000">
                  <a:tint val="66000"/>
                  <a:satMod val="160000"/>
                </a:srgbClr>
              </a:gs>
              <a:gs pos="50000">
                <a:srgbClr val="680000">
                  <a:tint val="44500"/>
                  <a:satMod val="160000"/>
                </a:srgbClr>
              </a:gs>
              <a:gs pos="100000">
                <a:srgbClr val="680000">
                  <a:tint val="23500"/>
                  <a:satMod val="160000"/>
                </a:srgbClr>
              </a:gs>
            </a:gsLst>
            <a:lin ang="5400000" scaled="1"/>
            <a:tileRect/>
          </a:gra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sp>
        <p:nvSpPr>
          <p:cNvPr id="30" name="Freeform 25">
            <a:extLst>
              <a:ext uri="{FF2B5EF4-FFF2-40B4-BE49-F238E27FC236}">
                <a16:creationId xmlns:a16="http://schemas.microsoft.com/office/drawing/2014/main" id="{E19E89FF-CB1B-A361-7922-2B2A7FEA54E7}"/>
              </a:ext>
            </a:extLst>
          </p:cNvPr>
          <p:cNvSpPr/>
          <p:nvPr/>
        </p:nvSpPr>
        <p:spPr>
          <a:xfrm rot="9558032" flipH="1">
            <a:off x="1879769" y="594658"/>
            <a:ext cx="413228" cy="868880"/>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pic>
        <p:nvPicPr>
          <p:cNvPr id="29" name="Picture 28">
            <a:extLst>
              <a:ext uri="{FF2B5EF4-FFF2-40B4-BE49-F238E27FC236}">
                <a16:creationId xmlns:a16="http://schemas.microsoft.com/office/drawing/2014/main" id="{130D51C1-6F21-DB21-BBCA-597563980B5E}"/>
              </a:ext>
            </a:extLst>
          </p:cNvPr>
          <p:cNvPicPr>
            <a:picLocks noChangeAspect="1"/>
          </p:cNvPicPr>
          <p:nvPr/>
        </p:nvPicPr>
        <p:blipFill>
          <a:blip r:embed="rId2"/>
          <a:stretch>
            <a:fillRect/>
          </a:stretch>
        </p:blipFill>
        <p:spPr>
          <a:xfrm rot="5719328">
            <a:off x="1207821" y="-381252"/>
            <a:ext cx="1694570" cy="1830692"/>
          </a:xfrm>
          <a:prstGeom prst="rect">
            <a:avLst/>
          </a:prstGeom>
        </p:spPr>
      </p:pic>
      <p:sp>
        <p:nvSpPr>
          <p:cNvPr id="3" name="Freeform 25">
            <a:extLst>
              <a:ext uri="{FF2B5EF4-FFF2-40B4-BE49-F238E27FC236}">
                <a16:creationId xmlns:a16="http://schemas.microsoft.com/office/drawing/2014/main" id="{91939699-C028-08D2-D095-A71CFA7A3A28}"/>
              </a:ext>
            </a:extLst>
          </p:cNvPr>
          <p:cNvSpPr/>
          <p:nvPr/>
        </p:nvSpPr>
        <p:spPr>
          <a:xfrm rot="716734" flipH="1">
            <a:off x="917072" y="529873"/>
            <a:ext cx="259168" cy="663772"/>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1" name="Freeform 26">
            <a:extLst>
              <a:ext uri="{FF2B5EF4-FFF2-40B4-BE49-F238E27FC236}">
                <a16:creationId xmlns:a16="http://schemas.microsoft.com/office/drawing/2014/main" id="{D8A9D40E-4D01-FCC0-F161-F3F60E5B8D44}"/>
              </a:ext>
            </a:extLst>
          </p:cNvPr>
          <p:cNvSpPr/>
          <p:nvPr/>
        </p:nvSpPr>
        <p:spPr>
          <a:xfrm>
            <a:off x="1069372" y="2830287"/>
            <a:ext cx="811409" cy="415251"/>
          </a:xfrm>
          <a:custGeom>
            <a:avLst/>
            <a:gdLst>
              <a:gd name="connsiteX0" fmla="*/ 160190 w 217980"/>
              <a:gd name="connsiteY0" fmla="*/ 14651 h 158628"/>
              <a:gd name="connsiteX1" fmla="*/ 214904 w 217980"/>
              <a:gd name="connsiteY1" fmla="*/ 41798 h 158628"/>
              <a:gd name="connsiteX2" fmla="*/ 213181 w 217980"/>
              <a:gd name="connsiteY2" fmla="*/ 53864 h 158628"/>
              <a:gd name="connsiteX3" fmla="*/ 85659 w 217980"/>
              <a:gd name="connsiteY3" fmla="*/ 157714 h 158628"/>
              <a:gd name="connsiteX4" fmla="*/ 788 w 217980"/>
              <a:gd name="connsiteY4" fmla="*/ 61836 h 158628"/>
              <a:gd name="connsiteX5" fmla="*/ 89536 w 217980"/>
              <a:gd name="connsiteY5" fmla="*/ 0 h 158628"/>
              <a:gd name="connsiteX6" fmla="*/ 97076 w 217980"/>
              <a:gd name="connsiteY6" fmla="*/ 0 h 158628"/>
              <a:gd name="connsiteX7" fmla="*/ 159975 w 217980"/>
              <a:gd name="connsiteY7" fmla="*/ 14651 h 15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0" h="158628">
                <a:moveTo>
                  <a:pt x="160190" y="14651"/>
                </a:moveTo>
                <a:cubicBezTo>
                  <a:pt x="175484" y="21761"/>
                  <a:pt x="192932" y="27794"/>
                  <a:pt x="214904" y="41798"/>
                </a:cubicBezTo>
                <a:cubicBezTo>
                  <a:pt x="219643" y="44815"/>
                  <a:pt x="218781" y="52140"/>
                  <a:pt x="213181" y="53864"/>
                </a:cubicBezTo>
                <a:cubicBezTo>
                  <a:pt x="141665" y="75625"/>
                  <a:pt x="150712" y="147372"/>
                  <a:pt x="85659" y="157714"/>
                </a:cubicBezTo>
                <a:cubicBezTo>
                  <a:pt x="30514" y="166332"/>
                  <a:pt x="-5890" y="112468"/>
                  <a:pt x="788" y="61836"/>
                </a:cubicBezTo>
                <a:cubicBezTo>
                  <a:pt x="6819" y="16590"/>
                  <a:pt x="49039" y="0"/>
                  <a:pt x="89536" y="0"/>
                </a:cubicBezTo>
                <a:cubicBezTo>
                  <a:pt x="92121" y="0"/>
                  <a:pt x="94491" y="0"/>
                  <a:pt x="97076" y="0"/>
                </a:cubicBezTo>
                <a:cubicBezTo>
                  <a:pt x="118401" y="1077"/>
                  <a:pt x="140588" y="5602"/>
                  <a:pt x="159975" y="1465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4" name="Freeform 25">
            <a:extLst>
              <a:ext uri="{FF2B5EF4-FFF2-40B4-BE49-F238E27FC236}">
                <a16:creationId xmlns:a16="http://schemas.microsoft.com/office/drawing/2014/main" id="{1EEEAD44-F4B1-1A3B-0692-CD61C2F2EDD2}"/>
              </a:ext>
            </a:extLst>
          </p:cNvPr>
          <p:cNvSpPr/>
          <p:nvPr/>
        </p:nvSpPr>
        <p:spPr>
          <a:xfrm>
            <a:off x="550824" y="1940192"/>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5" name="Freeform 26">
            <a:extLst>
              <a:ext uri="{FF2B5EF4-FFF2-40B4-BE49-F238E27FC236}">
                <a16:creationId xmlns:a16="http://schemas.microsoft.com/office/drawing/2014/main" id="{E1E44B6F-6DE6-C720-0C07-C7C08E831D15}"/>
              </a:ext>
            </a:extLst>
          </p:cNvPr>
          <p:cNvSpPr/>
          <p:nvPr/>
        </p:nvSpPr>
        <p:spPr>
          <a:xfrm rot="21337779">
            <a:off x="1084015" y="1732567"/>
            <a:ext cx="811409" cy="415251"/>
          </a:xfrm>
          <a:custGeom>
            <a:avLst/>
            <a:gdLst>
              <a:gd name="connsiteX0" fmla="*/ 160190 w 217980"/>
              <a:gd name="connsiteY0" fmla="*/ 14651 h 158628"/>
              <a:gd name="connsiteX1" fmla="*/ 214904 w 217980"/>
              <a:gd name="connsiteY1" fmla="*/ 41798 h 158628"/>
              <a:gd name="connsiteX2" fmla="*/ 213181 w 217980"/>
              <a:gd name="connsiteY2" fmla="*/ 53864 h 158628"/>
              <a:gd name="connsiteX3" fmla="*/ 85659 w 217980"/>
              <a:gd name="connsiteY3" fmla="*/ 157714 h 158628"/>
              <a:gd name="connsiteX4" fmla="*/ 788 w 217980"/>
              <a:gd name="connsiteY4" fmla="*/ 61836 h 158628"/>
              <a:gd name="connsiteX5" fmla="*/ 89536 w 217980"/>
              <a:gd name="connsiteY5" fmla="*/ 0 h 158628"/>
              <a:gd name="connsiteX6" fmla="*/ 97076 w 217980"/>
              <a:gd name="connsiteY6" fmla="*/ 0 h 158628"/>
              <a:gd name="connsiteX7" fmla="*/ 159975 w 217980"/>
              <a:gd name="connsiteY7" fmla="*/ 14651 h 15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0" h="158628">
                <a:moveTo>
                  <a:pt x="160190" y="14651"/>
                </a:moveTo>
                <a:cubicBezTo>
                  <a:pt x="175484" y="21761"/>
                  <a:pt x="192932" y="27794"/>
                  <a:pt x="214904" y="41798"/>
                </a:cubicBezTo>
                <a:cubicBezTo>
                  <a:pt x="219643" y="44815"/>
                  <a:pt x="218781" y="52140"/>
                  <a:pt x="213181" y="53864"/>
                </a:cubicBezTo>
                <a:cubicBezTo>
                  <a:pt x="141665" y="75625"/>
                  <a:pt x="150712" y="147372"/>
                  <a:pt x="85659" y="157714"/>
                </a:cubicBezTo>
                <a:cubicBezTo>
                  <a:pt x="30514" y="166332"/>
                  <a:pt x="-5890" y="112468"/>
                  <a:pt x="788" y="61836"/>
                </a:cubicBezTo>
                <a:cubicBezTo>
                  <a:pt x="6819" y="16590"/>
                  <a:pt x="49039" y="0"/>
                  <a:pt x="89536" y="0"/>
                </a:cubicBezTo>
                <a:cubicBezTo>
                  <a:pt x="92121" y="0"/>
                  <a:pt x="94491" y="0"/>
                  <a:pt x="97076" y="0"/>
                </a:cubicBezTo>
                <a:cubicBezTo>
                  <a:pt x="118401" y="1077"/>
                  <a:pt x="140588" y="5602"/>
                  <a:pt x="159975" y="1465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7" name="Freeform 28">
            <a:extLst>
              <a:ext uri="{FF2B5EF4-FFF2-40B4-BE49-F238E27FC236}">
                <a16:creationId xmlns:a16="http://schemas.microsoft.com/office/drawing/2014/main" id="{F8595B9A-1B4D-F25A-52E8-9CA611548D61}"/>
              </a:ext>
            </a:extLst>
          </p:cNvPr>
          <p:cNvSpPr/>
          <p:nvPr/>
        </p:nvSpPr>
        <p:spPr>
          <a:xfrm>
            <a:off x="575813" y="2104785"/>
            <a:ext cx="1109149" cy="3525458"/>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456" h="1346745">
                <a:moveTo>
                  <a:pt x="137716" y="368860"/>
                </a:moveTo>
                <a:cubicBezTo>
                  <a:pt x="137716" y="356579"/>
                  <a:pt x="137716" y="344298"/>
                  <a:pt x="137285" y="332017"/>
                </a:cubicBezTo>
                <a:cubicBezTo>
                  <a:pt x="134053" y="217395"/>
                  <a:pt x="111436" y="100618"/>
                  <a:pt x="54999" y="0"/>
                </a:cubicBezTo>
                <a:cubicBezTo>
                  <a:pt x="128453" y="140908"/>
                  <a:pt x="136639" y="305301"/>
                  <a:pt x="120268" y="460644"/>
                </a:cubicBezTo>
                <a:cubicBezTo>
                  <a:pt x="107127" y="587548"/>
                  <a:pt x="77617" y="716606"/>
                  <a:pt x="57799" y="842648"/>
                </a:cubicBezTo>
                <a:cubicBezTo>
                  <a:pt x="40136" y="953176"/>
                  <a:pt x="-638" y="1098233"/>
                  <a:pt x="11209" y="1210054"/>
                </a:cubicBezTo>
                <a:cubicBezTo>
                  <a:pt x="6686" y="1273818"/>
                  <a:pt x="3144" y="1288379"/>
                  <a:pt x="6747" y="1301319"/>
                </a:cubicBezTo>
                <a:cubicBezTo>
                  <a:pt x="8388" y="1322265"/>
                  <a:pt x="-6700" y="1333721"/>
                  <a:pt x="3662" y="1342250"/>
                </a:cubicBezTo>
                <a:cubicBezTo>
                  <a:pt x="7539" y="1356147"/>
                  <a:pt x="66552" y="1332309"/>
                  <a:pt x="77617" y="1343798"/>
                </a:cubicBezTo>
                <a:lnTo>
                  <a:pt x="120052" y="1343798"/>
                </a:lnTo>
                <a:cubicBezTo>
                  <a:pt x="99157" y="1292950"/>
                  <a:pt x="85371" y="1239517"/>
                  <a:pt x="77186" y="1185222"/>
                </a:cubicBezTo>
                <a:cubicBezTo>
                  <a:pt x="60815" y="1072754"/>
                  <a:pt x="67923" y="958347"/>
                  <a:pt x="82355" y="846095"/>
                </a:cubicBezTo>
                <a:cubicBezTo>
                  <a:pt x="99588" y="711435"/>
                  <a:pt x="127160" y="575913"/>
                  <a:pt x="135346" y="439745"/>
                </a:cubicBezTo>
                <a:cubicBezTo>
                  <a:pt x="138147" y="392991"/>
                  <a:pt x="161841" y="349900"/>
                  <a:pt x="200615" y="323614"/>
                </a:cubicBezTo>
                <a:cubicBezTo>
                  <a:pt x="200830" y="323614"/>
                  <a:pt x="201046" y="323184"/>
                  <a:pt x="201476" y="322968"/>
                </a:cubicBezTo>
                <a:cubicBezTo>
                  <a:pt x="228618" y="304654"/>
                  <a:pt x="260283" y="292373"/>
                  <a:pt x="293456" y="288495"/>
                </a:cubicBezTo>
                <a:cubicBezTo>
                  <a:pt x="232280" y="291512"/>
                  <a:pt x="174981" y="320383"/>
                  <a:pt x="137931" y="368860"/>
                </a:cubicBezTo>
                <a:lnTo>
                  <a:pt x="137716" y="368860"/>
                </a:lnTo>
                <a:close/>
              </a:path>
            </a:pathLst>
          </a:custGeom>
          <a:gradFill flip="none" rotWithShape="1">
            <a:gsLst>
              <a:gs pos="0">
                <a:srgbClr val="68000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0" name="Freeform 25">
            <a:extLst>
              <a:ext uri="{FF2B5EF4-FFF2-40B4-BE49-F238E27FC236}">
                <a16:creationId xmlns:a16="http://schemas.microsoft.com/office/drawing/2014/main" id="{A5308C70-DEA5-1D4C-7BD4-06625E2F9AE5}"/>
              </a:ext>
            </a:extLst>
          </p:cNvPr>
          <p:cNvSpPr/>
          <p:nvPr/>
        </p:nvSpPr>
        <p:spPr>
          <a:xfrm>
            <a:off x="412653" y="919704"/>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8" name="Freeform 28">
            <a:extLst>
              <a:ext uri="{FF2B5EF4-FFF2-40B4-BE49-F238E27FC236}">
                <a16:creationId xmlns:a16="http://schemas.microsoft.com/office/drawing/2014/main" id="{4D002035-332F-1E71-7063-739DD24051A9}"/>
              </a:ext>
            </a:extLst>
          </p:cNvPr>
          <p:cNvSpPr/>
          <p:nvPr/>
        </p:nvSpPr>
        <p:spPr>
          <a:xfrm flipH="1">
            <a:off x="567698" y="862124"/>
            <a:ext cx="519385" cy="2082792"/>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61223" h="955203">
                <a:moveTo>
                  <a:pt x="105483" y="368860"/>
                </a:moveTo>
                <a:cubicBezTo>
                  <a:pt x="105483" y="356579"/>
                  <a:pt x="105483" y="344298"/>
                  <a:pt x="105052" y="332017"/>
                </a:cubicBezTo>
                <a:cubicBezTo>
                  <a:pt x="101820" y="217395"/>
                  <a:pt x="79203" y="100618"/>
                  <a:pt x="22766" y="0"/>
                </a:cubicBezTo>
                <a:cubicBezTo>
                  <a:pt x="96220" y="140908"/>
                  <a:pt x="104406" y="305301"/>
                  <a:pt x="88035" y="460644"/>
                </a:cubicBezTo>
                <a:cubicBezTo>
                  <a:pt x="74894" y="587548"/>
                  <a:pt x="20879" y="783328"/>
                  <a:pt x="1061" y="909370"/>
                </a:cubicBezTo>
                <a:cubicBezTo>
                  <a:pt x="-4761" y="989297"/>
                  <a:pt x="14894" y="942618"/>
                  <a:pt x="23071" y="932072"/>
                </a:cubicBezTo>
                <a:cubicBezTo>
                  <a:pt x="40080" y="853801"/>
                  <a:pt x="78895" y="541155"/>
                  <a:pt x="103113" y="439745"/>
                </a:cubicBezTo>
                <a:cubicBezTo>
                  <a:pt x="105914" y="392991"/>
                  <a:pt x="129608" y="349900"/>
                  <a:pt x="168382" y="323614"/>
                </a:cubicBezTo>
                <a:cubicBezTo>
                  <a:pt x="168597" y="323614"/>
                  <a:pt x="168813" y="323184"/>
                  <a:pt x="169243" y="322968"/>
                </a:cubicBezTo>
                <a:cubicBezTo>
                  <a:pt x="196385" y="304654"/>
                  <a:pt x="228050" y="292373"/>
                  <a:pt x="261223" y="288495"/>
                </a:cubicBezTo>
                <a:cubicBezTo>
                  <a:pt x="200047" y="291512"/>
                  <a:pt x="142748" y="320383"/>
                  <a:pt x="105698" y="368860"/>
                </a:cubicBezTo>
                <a:lnTo>
                  <a:pt x="105483" y="368860"/>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 name="Freeform 28">
            <a:extLst>
              <a:ext uri="{FF2B5EF4-FFF2-40B4-BE49-F238E27FC236}">
                <a16:creationId xmlns:a16="http://schemas.microsoft.com/office/drawing/2014/main" id="{2CC7B638-721E-E929-7110-8391B7058B49}"/>
              </a:ext>
            </a:extLst>
          </p:cNvPr>
          <p:cNvSpPr/>
          <p:nvPr/>
        </p:nvSpPr>
        <p:spPr>
          <a:xfrm>
            <a:off x="948573" y="1391638"/>
            <a:ext cx="623185" cy="83005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 name="csX0" fmla="*/ 82717 w 238457"/>
              <a:gd name="csY0" fmla="*/ 368860 h 932100"/>
              <a:gd name="csX1" fmla="*/ 82286 w 238457"/>
              <a:gd name="csY1" fmla="*/ 332017 h 932100"/>
              <a:gd name="csX2" fmla="*/ 0 w 238457"/>
              <a:gd name="csY2" fmla="*/ 0 h 932100"/>
              <a:gd name="csX3" fmla="*/ 65269 w 238457"/>
              <a:gd name="csY3" fmla="*/ 460644 h 932100"/>
              <a:gd name="csX4" fmla="*/ 305 w 238457"/>
              <a:gd name="csY4" fmla="*/ 932072 h 932100"/>
              <a:gd name="csX5" fmla="*/ 80347 w 238457"/>
              <a:gd name="csY5" fmla="*/ 439745 h 932100"/>
              <a:gd name="csX6" fmla="*/ 145616 w 238457"/>
              <a:gd name="csY6" fmla="*/ 323614 h 932100"/>
              <a:gd name="csX7" fmla="*/ 146477 w 238457"/>
              <a:gd name="csY7" fmla="*/ 322968 h 932100"/>
              <a:gd name="csX8" fmla="*/ 238457 w 238457"/>
              <a:gd name="csY8" fmla="*/ 288495 h 932100"/>
              <a:gd name="csX9" fmla="*/ 82932 w 238457"/>
              <a:gd name="csY9" fmla="*/ 368860 h 932100"/>
              <a:gd name="csX10" fmla="*/ 82717 w 238457"/>
              <a:gd name="csY10" fmla="*/ 368860 h 932100"/>
              <a:gd name="csX0" fmla="*/ 82717 w 238457"/>
              <a:gd name="csY0" fmla="*/ 368860 h 492900"/>
              <a:gd name="csX1" fmla="*/ 82286 w 238457"/>
              <a:gd name="csY1" fmla="*/ 332017 h 492900"/>
              <a:gd name="csX2" fmla="*/ 0 w 238457"/>
              <a:gd name="csY2" fmla="*/ 0 h 492900"/>
              <a:gd name="csX3" fmla="*/ 65269 w 238457"/>
              <a:gd name="csY3" fmla="*/ 460644 h 492900"/>
              <a:gd name="csX4" fmla="*/ 80347 w 238457"/>
              <a:gd name="csY4" fmla="*/ 439745 h 492900"/>
              <a:gd name="csX5" fmla="*/ 145616 w 238457"/>
              <a:gd name="csY5" fmla="*/ 323614 h 492900"/>
              <a:gd name="csX6" fmla="*/ 146477 w 238457"/>
              <a:gd name="csY6" fmla="*/ 322968 h 492900"/>
              <a:gd name="csX7" fmla="*/ 238457 w 238457"/>
              <a:gd name="csY7" fmla="*/ 288495 h 492900"/>
              <a:gd name="csX8" fmla="*/ 82932 w 238457"/>
              <a:gd name="csY8" fmla="*/ 368860 h 492900"/>
              <a:gd name="csX9" fmla="*/ 82717 w 238457"/>
              <a:gd name="csY9" fmla="*/ 368860 h 492900"/>
              <a:gd name="csX0" fmla="*/ 17448 w 173188"/>
              <a:gd name="csY0" fmla="*/ 256637 h 380677"/>
              <a:gd name="csX1" fmla="*/ 17017 w 173188"/>
              <a:gd name="csY1" fmla="*/ 219794 h 380677"/>
              <a:gd name="csX2" fmla="*/ 17938 w 173188"/>
              <a:gd name="csY2" fmla="*/ 0 h 380677"/>
              <a:gd name="csX3" fmla="*/ 0 w 173188"/>
              <a:gd name="csY3" fmla="*/ 348421 h 380677"/>
              <a:gd name="csX4" fmla="*/ 15078 w 173188"/>
              <a:gd name="csY4" fmla="*/ 327522 h 380677"/>
              <a:gd name="csX5" fmla="*/ 80347 w 173188"/>
              <a:gd name="csY5" fmla="*/ 211391 h 380677"/>
              <a:gd name="csX6" fmla="*/ 81208 w 173188"/>
              <a:gd name="csY6" fmla="*/ 210745 h 380677"/>
              <a:gd name="csX7" fmla="*/ 173188 w 173188"/>
              <a:gd name="csY7" fmla="*/ 176272 h 380677"/>
              <a:gd name="csX8" fmla="*/ 17663 w 173188"/>
              <a:gd name="csY8" fmla="*/ 256637 h 380677"/>
              <a:gd name="csX9" fmla="*/ 17448 w 173188"/>
              <a:gd name="csY9" fmla="*/ 256637 h 3806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3188" h="380677">
                <a:moveTo>
                  <a:pt x="17448" y="256637"/>
                </a:moveTo>
                <a:cubicBezTo>
                  <a:pt x="17448" y="244356"/>
                  <a:pt x="17448" y="232075"/>
                  <a:pt x="17017" y="219794"/>
                </a:cubicBezTo>
                <a:cubicBezTo>
                  <a:pt x="13785" y="105172"/>
                  <a:pt x="74375" y="100618"/>
                  <a:pt x="17938" y="0"/>
                </a:cubicBezTo>
                <a:cubicBezTo>
                  <a:pt x="91392" y="140908"/>
                  <a:pt x="16371" y="193078"/>
                  <a:pt x="0" y="348421"/>
                </a:cubicBezTo>
                <a:cubicBezTo>
                  <a:pt x="13391" y="421712"/>
                  <a:pt x="1687" y="350360"/>
                  <a:pt x="15078" y="327522"/>
                </a:cubicBezTo>
                <a:cubicBezTo>
                  <a:pt x="17879" y="280768"/>
                  <a:pt x="41573" y="237677"/>
                  <a:pt x="80347" y="211391"/>
                </a:cubicBezTo>
                <a:cubicBezTo>
                  <a:pt x="80562" y="211391"/>
                  <a:pt x="80778" y="210961"/>
                  <a:pt x="81208" y="210745"/>
                </a:cubicBezTo>
                <a:cubicBezTo>
                  <a:pt x="108350" y="192431"/>
                  <a:pt x="140015" y="180150"/>
                  <a:pt x="173188" y="176272"/>
                </a:cubicBezTo>
                <a:cubicBezTo>
                  <a:pt x="112012" y="179289"/>
                  <a:pt x="54713" y="208160"/>
                  <a:pt x="17663" y="256637"/>
                </a:cubicBezTo>
                <a:lnTo>
                  <a:pt x="17448" y="256637"/>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6" name="Freeform 28">
            <a:extLst>
              <a:ext uri="{FF2B5EF4-FFF2-40B4-BE49-F238E27FC236}">
                <a16:creationId xmlns:a16="http://schemas.microsoft.com/office/drawing/2014/main" id="{5A9278DE-1289-CEE0-7D1B-B77F02425855}"/>
              </a:ext>
            </a:extLst>
          </p:cNvPr>
          <p:cNvSpPr/>
          <p:nvPr/>
        </p:nvSpPr>
        <p:spPr>
          <a:xfrm>
            <a:off x="540251" y="4903256"/>
            <a:ext cx="519385" cy="183451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 name="csX0" fmla="*/ 137716 w 293456"/>
              <a:gd name="csY0" fmla="*/ 80365 h 1058250"/>
              <a:gd name="csX1" fmla="*/ 137285 w 293456"/>
              <a:gd name="csY1" fmla="*/ 43522 h 1058250"/>
              <a:gd name="csX2" fmla="*/ 120268 w 293456"/>
              <a:gd name="csY2" fmla="*/ 172149 h 1058250"/>
              <a:gd name="csX3" fmla="*/ 57799 w 293456"/>
              <a:gd name="csY3" fmla="*/ 554153 h 1058250"/>
              <a:gd name="csX4" fmla="*/ 11209 w 293456"/>
              <a:gd name="csY4" fmla="*/ 921559 h 1058250"/>
              <a:gd name="csX5" fmla="*/ 6747 w 293456"/>
              <a:gd name="csY5" fmla="*/ 1012824 h 1058250"/>
              <a:gd name="csX6" fmla="*/ 3662 w 293456"/>
              <a:gd name="csY6" fmla="*/ 1053755 h 1058250"/>
              <a:gd name="csX7" fmla="*/ 77617 w 293456"/>
              <a:gd name="csY7" fmla="*/ 1055303 h 1058250"/>
              <a:gd name="csX8" fmla="*/ 120052 w 293456"/>
              <a:gd name="csY8" fmla="*/ 1055303 h 1058250"/>
              <a:gd name="csX9" fmla="*/ 77186 w 293456"/>
              <a:gd name="csY9" fmla="*/ 896727 h 1058250"/>
              <a:gd name="csX10" fmla="*/ 82355 w 293456"/>
              <a:gd name="csY10" fmla="*/ 557600 h 1058250"/>
              <a:gd name="csX11" fmla="*/ 135346 w 293456"/>
              <a:gd name="csY11" fmla="*/ 151250 h 1058250"/>
              <a:gd name="csX12" fmla="*/ 200615 w 293456"/>
              <a:gd name="csY12" fmla="*/ 35119 h 1058250"/>
              <a:gd name="csX13" fmla="*/ 201476 w 293456"/>
              <a:gd name="csY13" fmla="*/ 34473 h 1058250"/>
              <a:gd name="csX14" fmla="*/ 293456 w 293456"/>
              <a:gd name="csY14" fmla="*/ 0 h 1058250"/>
              <a:gd name="csX15" fmla="*/ 137931 w 293456"/>
              <a:gd name="csY15" fmla="*/ 80365 h 1058250"/>
              <a:gd name="csX16" fmla="*/ 137716 w 293456"/>
              <a:gd name="csY16" fmla="*/ 80365 h 1058250"/>
              <a:gd name="csX0" fmla="*/ 137716 w 294424"/>
              <a:gd name="csY0" fmla="*/ 82135 h 1060020"/>
              <a:gd name="csX1" fmla="*/ 137285 w 294424"/>
              <a:gd name="csY1" fmla="*/ 45292 h 1060020"/>
              <a:gd name="csX2" fmla="*/ 120268 w 294424"/>
              <a:gd name="csY2" fmla="*/ 173919 h 1060020"/>
              <a:gd name="csX3" fmla="*/ 57799 w 294424"/>
              <a:gd name="csY3" fmla="*/ 555923 h 1060020"/>
              <a:gd name="csX4" fmla="*/ 11209 w 294424"/>
              <a:gd name="csY4" fmla="*/ 923329 h 1060020"/>
              <a:gd name="csX5" fmla="*/ 6747 w 294424"/>
              <a:gd name="csY5" fmla="*/ 1014594 h 1060020"/>
              <a:gd name="csX6" fmla="*/ 3662 w 294424"/>
              <a:gd name="csY6" fmla="*/ 1055525 h 1060020"/>
              <a:gd name="csX7" fmla="*/ 77617 w 294424"/>
              <a:gd name="csY7" fmla="*/ 1057073 h 1060020"/>
              <a:gd name="csX8" fmla="*/ 120052 w 294424"/>
              <a:gd name="csY8" fmla="*/ 1057073 h 1060020"/>
              <a:gd name="csX9" fmla="*/ 77186 w 294424"/>
              <a:gd name="csY9" fmla="*/ 898497 h 1060020"/>
              <a:gd name="csX10" fmla="*/ 82355 w 294424"/>
              <a:gd name="csY10" fmla="*/ 559370 h 1060020"/>
              <a:gd name="csX11" fmla="*/ 135346 w 294424"/>
              <a:gd name="csY11" fmla="*/ 153020 h 1060020"/>
              <a:gd name="csX12" fmla="*/ 200615 w 294424"/>
              <a:gd name="csY12" fmla="*/ 36889 h 1060020"/>
              <a:gd name="csX13" fmla="*/ 293456 w 294424"/>
              <a:gd name="csY13" fmla="*/ 1770 h 1060020"/>
              <a:gd name="csX14" fmla="*/ 137931 w 294424"/>
              <a:gd name="csY14" fmla="*/ 82135 h 1060020"/>
              <a:gd name="csX15" fmla="*/ 137716 w 294424"/>
              <a:gd name="csY15" fmla="*/ 82135 h 1060020"/>
              <a:gd name="csX0" fmla="*/ 137716 w 200617"/>
              <a:gd name="csY0" fmla="*/ 47059 h 1024944"/>
              <a:gd name="csX1" fmla="*/ 137285 w 200617"/>
              <a:gd name="csY1" fmla="*/ 10216 h 1024944"/>
              <a:gd name="csX2" fmla="*/ 120268 w 200617"/>
              <a:gd name="csY2" fmla="*/ 138843 h 1024944"/>
              <a:gd name="csX3" fmla="*/ 57799 w 200617"/>
              <a:gd name="csY3" fmla="*/ 520847 h 1024944"/>
              <a:gd name="csX4" fmla="*/ 11209 w 200617"/>
              <a:gd name="csY4" fmla="*/ 888253 h 1024944"/>
              <a:gd name="csX5" fmla="*/ 6747 w 200617"/>
              <a:gd name="csY5" fmla="*/ 979518 h 1024944"/>
              <a:gd name="csX6" fmla="*/ 3662 w 200617"/>
              <a:gd name="csY6" fmla="*/ 1020449 h 1024944"/>
              <a:gd name="csX7" fmla="*/ 77617 w 200617"/>
              <a:gd name="csY7" fmla="*/ 1021997 h 1024944"/>
              <a:gd name="csX8" fmla="*/ 120052 w 200617"/>
              <a:gd name="csY8" fmla="*/ 1021997 h 1024944"/>
              <a:gd name="csX9" fmla="*/ 77186 w 200617"/>
              <a:gd name="csY9" fmla="*/ 863421 h 1024944"/>
              <a:gd name="csX10" fmla="*/ 82355 w 200617"/>
              <a:gd name="csY10" fmla="*/ 524294 h 1024944"/>
              <a:gd name="csX11" fmla="*/ 135346 w 200617"/>
              <a:gd name="csY11" fmla="*/ 117944 h 1024944"/>
              <a:gd name="csX12" fmla="*/ 200615 w 200617"/>
              <a:gd name="csY12" fmla="*/ 1813 h 1024944"/>
              <a:gd name="csX13" fmla="*/ 137931 w 200617"/>
              <a:gd name="csY13" fmla="*/ 47059 h 1024944"/>
              <a:gd name="csX14" fmla="*/ 137716 w 200617"/>
              <a:gd name="csY14" fmla="*/ 47059 h 1024944"/>
              <a:gd name="csX0" fmla="*/ 137716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13" fmla="*/ 137716 w 140143"/>
              <a:gd name="csY13" fmla="*/ 36843 h 1014728"/>
              <a:gd name="csX0" fmla="*/ 137931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0" fmla="*/ 135346 w 140749"/>
              <a:gd name="csY0" fmla="*/ 108035 h 1015035"/>
              <a:gd name="csX1" fmla="*/ 137285 w 140749"/>
              <a:gd name="csY1" fmla="*/ 307 h 1015035"/>
              <a:gd name="csX2" fmla="*/ 120268 w 140749"/>
              <a:gd name="csY2" fmla="*/ 128934 h 1015035"/>
              <a:gd name="csX3" fmla="*/ 57799 w 140749"/>
              <a:gd name="csY3" fmla="*/ 510938 h 1015035"/>
              <a:gd name="csX4" fmla="*/ 11209 w 140749"/>
              <a:gd name="csY4" fmla="*/ 878344 h 1015035"/>
              <a:gd name="csX5" fmla="*/ 6747 w 140749"/>
              <a:gd name="csY5" fmla="*/ 969609 h 1015035"/>
              <a:gd name="csX6" fmla="*/ 3662 w 140749"/>
              <a:gd name="csY6" fmla="*/ 1010540 h 1015035"/>
              <a:gd name="csX7" fmla="*/ 77617 w 140749"/>
              <a:gd name="csY7" fmla="*/ 1012088 h 1015035"/>
              <a:gd name="csX8" fmla="*/ 120052 w 140749"/>
              <a:gd name="csY8" fmla="*/ 1012088 h 1015035"/>
              <a:gd name="csX9" fmla="*/ 77186 w 140749"/>
              <a:gd name="csY9" fmla="*/ 853512 h 1015035"/>
              <a:gd name="csX10" fmla="*/ 82355 w 140749"/>
              <a:gd name="csY10" fmla="*/ 514385 h 1015035"/>
              <a:gd name="csX11" fmla="*/ 135346 w 140749"/>
              <a:gd name="csY11" fmla="*/ 108035 h 1015035"/>
              <a:gd name="csX0" fmla="*/ 135346 w 137484"/>
              <a:gd name="csY0" fmla="*/ 39889 h 946889"/>
              <a:gd name="csX1" fmla="*/ 120268 w 137484"/>
              <a:gd name="csY1" fmla="*/ 60788 h 946889"/>
              <a:gd name="csX2" fmla="*/ 57799 w 137484"/>
              <a:gd name="csY2" fmla="*/ 442792 h 946889"/>
              <a:gd name="csX3" fmla="*/ 11209 w 137484"/>
              <a:gd name="csY3" fmla="*/ 810198 h 946889"/>
              <a:gd name="csX4" fmla="*/ 6747 w 137484"/>
              <a:gd name="csY4" fmla="*/ 901463 h 946889"/>
              <a:gd name="csX5" fmla="*/ 3662 w 137484"/>
              <a:gd name="csY5" fmla="*/ 942394 h 946889"/>
              <a:gd name="csX6" fmla="*/ 77617 w 137484"/>
              <a:gd name="csY6" fmla="*/ 943942 h 946889"/>
              <a:gd name="csX7" fmla="*/ 120052 w 137484"/>
              <a:gd name="csY7" fmla="*/ 943942 h 946889"/>
              <a:gd name="csX8" fmla="*/ 77186 w 137484"/>
              <a:gd name="csY8" fmla="*/ 785366 h 946889"/>
              <a:gd name="csX9" fmla="*/ 82355 w 137484"/>
              <a:gd name="csY9" fmla="*/ 446239 h 946889"/>
              <a:gd name="csX10" fmla="*/ 135346 w 137484"/>
              <a:gd name="csY10" fmla="*/ 39889 h 946889"/>
              <a:gd name="csX0" fmla="*/ 135346 w 135346"/>
              <a:gd name="csY0" fmla="*/ 1 h 907001"/>
              <a:gd name="csX1" fmla="*/ 57799 w 135346"/>
              <a:gd name="csY1" fmla="*/ 402904 h 907001"/>
              <a:gd name="csX2" fmla="*/ 11209 w 135346"/>
              <a:gd name="csY2" fmla="*/ 770310 h 907001"/>
              <a:gd name="csX3" fmla="*/ 6747 w 135346"/>
              <a:gd name="csY3" fmla="*/ 861575 h 907001"/>
              <a:gd name="csX4" fmla="*/ 3662 w 135346"/>
              <a:gd name="csY4" fmla="*/ 902506 h 907001"/>
              <a:gd name="csX5" fmla="*/ 77617 w 135346"/>
              <a:gd name="csY5" fmla="*/ 904054 h 907001"/>
              <a:gd name="csX6" fmla="*/ 120052 w 135346"/>
              <a:gd name="csY6" fmla="*/ 904054 h 907001"/>
              <a:gd name="csX7" fmla="*/ 77186 w 135346"/>
              <a:gd name="csY7" fmla="*/ 745478 h 907001"/>
              <a:gd name="csX8" fmla="*/ 82355 w 135346"/>
              <a:gd name="csY8" fmla="*/ 406351 h 907001"/>
              <a:gd name="csX9" fmla="*/ 135346 w 135346"/>
              <a:gd name="csY9" fmla="*/ 1 h 907001"/>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77186 w 120052"/>
              <a:gd name="csY7" fmla="*/ 385096 h 546619"/>
              <a:gd name="csX8" fmla="*/ 82355 w 120052"/>
              <a:gd name="csY8" fmla="*/ 45969 h 546619"/>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92893 w 120052"/>
              <a:gd name="csY7" fmla="*/ 369397 h 546619"/>
              <a:gd name="csX8" fmla="*/ 82355 w 120052"/>
              <a:gd name="csY8" fmla="*/ 45969 h 546619"/>
              <a:gd name="csX0" fmla="*/ 80784 w 120052"/>
              <a:gd name="csY0" fmla="*/ 199646 h 515831"/>
              <a:gd name="csX1" fmla="*/ 57799 w 120052"/>
              <a:gd name="csY1" fmla="*/ 11734 h 515831"/>
              <a:gd name="csX2" fmla="*/ 11209 w 120052"/>
              <a:gd name="csY2" fmla="*/ 379140 h 515831"/>
              <a:gd name="csX3" fmla="*/ 6747 w 120052"/>
              <a:gd name="csY3" fmla="*/ 470405 h 515831"/>
              <a:gd name="csX4" fmla="*/ 3662 w 120052"/>
              <a:gd name="csY4" fmla="*/ 511336 h 515831"/>
              <a:gd name="csX5" fmla="*/ 77617 w 120052"/>
              <a:gd name="csY5" fmla="*/ 512884 h 515831"/>
              <a:gd name="csX6" fmla="*/ 120052 w 120052"/>
              <a:gd name="csY6" fmla="*/ 512884 h 515831"/>
              <a:gd name="csX7" fmla="*/ 92893 w 120052"/>
              <a:gd name="csY7" fmla="*/ 338609 h 515831"/>
              <a:gd name="csX8" fmla="*/ 80784 w 120052"/>
              <a:gd name="csY8" fmla="*/ 199646 h 515831"/>
              <a:gd name="csX0" fmla="*/ 80784 w 120052"/>
              <a:gd name="csY0" fmla="*/ 48110 h 364295"/>
              <a:gd name="csX1" fmla="*/ 27956 w 120052"/>
              <a:gd name="csY1" fmla="*/ 40738 h 364295"/>
              <a:gd name="csX2" fmla="*/ 11209 w 120052"/>
              <a:gd name="csY2" fmla="*/ 227604 h 364295"/>
              <a:gd name="csX3" fmla="*/ 6747 w 120052"/>
              <a:gd name="csY3" fmla="*/ 318869 h 364295"/>
              <a:gd name="csX4" fmla="*/ 3662 w 120052"/>
              <a:gd name="csY4" fmla="*/ 359800 h 364295"/>
              <a:gd name="csX5" fmla="*/ 77617 w 120052"/>
              <a:gd name="csY5" fmla="*/ 361348 h 364295"/>
              <a:gd name="csX6" fmla="*/ 120052 w 120052"/>
              <a:gd name="csY6" fmla="*/ 361348 h 364295"/>
              <a:gd name="csX7" fmla="*/ 92893 w 120052"/>
              <a:gd name="csY7" fmla="*/ 187073 h 364295"/>
              <a:gd name="csX8" fmla="*/ 80784 w 120052"/>
              <a:gd name="csY8" fmla="*/ 48110 h 364295"/>
              <a:gd name="csX0" fmla="*/ 92893 w 120052"/>
              <a:gd name="csY0" fmla="*/ 146662 h 323884"/>
              <a:gd name="csX1" fmla="*/ 27956 w 120052"/>
              <a:gd name="csY1" fmla="*/ 327 h 323884"/>
              <a:gd name="csX2" fmla="*/ 11209 w 120052"/>
              <a:gd name="csY2" fmla="*/ 187193 h 323884"/>
              <a:gd name="csX3" fmla="*/ 6747 w 120052"/>
              <a:gd name="csY3" fmla="*/ 278458 h 323884"/>
              <a:gd name="csX4" fmla="*/ 3662 w 120052"/>
              <a:gd name="csY4" fmla="*/ 319389 h 323884"/>
              <a:gd name="csX5" fmla="*/ 77617 w 120052"/>
              <a:gd name="csY5" fmla="*/ 320937 h 323884"/>
              <a:gd name="csX6" fmla="*/ 120052 w 120052"/>
              <a:gd name="csY6" fmla="*/ 320937 h 323884"/>
              <a:gd name="csX7" fmla="*/ 92893 w 120052"/>
              <a:gd name="csY7" fmla="*/ 146662 h 323884"/>
              <a:gd name="csX0" fmla="*/ 92893 w 120052"/>
              <a:gd name="csY0" fmla="*/ 150479 h 327701"/>
              <a:gd name="csX1" fmla="*/ 72647 w 120052"/>
              <a:gd name="csY1" fmla="*/ 59128 h 327701"/>
              <a:gd name="csX2" fmla="*/ 27956 w 120052"/>
              <a:gd name="csY2" fmla="*/ 4144 h 327701"/>
              <a:gd name="csX3" fmla="*/ 11209 w 120052"/>
              <a:gd name="csY3" fmla="*/ 191010 h 327701"/>
              <a:gd name="csX4" fmla="*/ 6747 w 120052"/>
              <a:gd name="csY4" fmla="*/ 282275 h 327701"/>
              <a:gd name="csX5" fmla="*/ 3662 w 120052"/>
              <a:gd name="csY5" fmla="*/ 323206 h 327701"/>
              <a:gd name="csX6" fmla="*/ 77617 w 120052"/>
              <a:gd name="csY6" fmla="*/ 324754 h 327701"/>
              <a:gd name="csX7" fmla="*/ 120052 w 120052"/>
              <a:gd name="csY7" fmla="*/ 324754 h 327701"/>
              <a:gd name="csX8" fmla="*/ 92893 w 120052"/>
              <a:gd name="csY8" fmla="*/ 150479 h 327701"/>
              <a:gd name="csX0" fmla="*/ 92893 w 120052"/>
              <a:gd name="csY0" fmla="*/ 150066 h 327288"/>
              <a:gd name="csX1" fmla="*/ 94048 w 120052"/>
              <a:gd name="csY1" fmla="*/ 104468 h 327288"/>
              <a:gd name="csX2" fmla="*/ 72647 w 120052"/>
              <a:gd name="csY2" fmla="*/ 58715 h 327288"/>
              <a:gd name="csX3" fmla="*/ 27956 w 120052"/>
              <a:gd name="csY3" fmla="*/ 3731 h 327288"/>
              <a:gd name="csX4" fmla="*/ 11209 w 120052"/>
              <a:gd name="csY4" fmla="*/ 190597 h 327288"/>
              <a:gd name="csX5" fmla="*/ 6747 w 120052"/>
              <a:gd name="csY5" fmla="*/ 281862 h 327288"/>
              <a:gd name="csX6" fmla="*/ 3662 w 120052"/>
              <a:gd name="csY6" fmla="*/ 322793 h 327288"/>
              <a:gd name="csX7" fmla="*/ 77617 w 120052"/>
              <a:gd name="csY7" fmla="*/ 324341 h 327288"/>
              <a:gd name="csX8" fmla="*/ 120052 w 120052"/>
              <a:gd name="csY8" fmla="*/ 324341 h 327288"/>
              <a:gd name="csX9" fmla="*/ 92893 w 120052"/>
              <a:gd name="csY9" fmla="*/ 150066 h 327288"/>
              <a:gd name="csX0" fmla="*/ 92893 w 104184"/>
              <a:gd name="csY0" fmla="*/ 150066 h 327288"/>
              <a:gd name="csX1" fmla="*/ 94048 w 104184"/>
              <a:gd name="csY1" fmla="*/ 104468 h 327288"/>
              <a:gd name="csX2" fmla="*/ 72647 w 104184"/>
              <a:gd name="csY2" fmla="*/ 58715 h 327288"/>
              <a:gd name="csX3" fmla="*/ 27956 w 104184"/>
              <a:gd name="csY3" fmla="*/ 3731 h 327288"/>
              <a:gd name="csX4" fmla="*/ 11209 w 104184"/>
              <a:gd name="csY4" fmla="*/ 190597 h 327288"/>
              <a:gd name="csX5" fmla="*/ 6747 w 104184"/>
              <a:gd name="csY5" fmla="*/ 281862 h 327288"/>
              <a:gd name="csX6" fmla="*/ 3662 w 104184"/>
              <a:gd name="csY6" fmla="*/ 322793 h 327288"/>
              <a:gd name="csX7" fmla="*/ 77617 w 104184"/>
              <a:gd name="csY7" fmla="*/ 324341 h 327288"/>
              <a:gd name="csX8" fmla="*/ 104184 w 104184"/>
              <a:gd name="csY8" fmla="*/ 324341 h 327288"/>
              <a:gd name="csX9" fmla="*/ 92893 w 104184"/>
              <a:gd name="csY9" fmla="*/ 150066 h 327288"/>
              <a:gd name="csX0" fmla="*/ 92893 w 104184"/>
              <a:gd name="csY0" fmla="*/ 198834 h 376056"/>
              <a:gd name="csX1" fmla="*/ 94048 w 104184"/>
              <a:gd name="csY1" fmla="*/ 153236 h 376056"/>
              <a:gd name="csX2" fmla="*/ 72647 w 104184"/>
              <a:gd name="csY2" fmla="*/ 107483 h 376056"/>
              <a:gd name="csX3" fmla="*/ 58346 w 104184"/>
              <a:gd name="csY3" fmla="*/ 1597 h 376056"/>
              <a:gd name="csX4" fmla="*/ 27956 w 104184"/>
              <a:gd name="csY4" fmla="*/ 52499 h 376056"/>
              <a:gd name="csX5" fmla="*/ 11209 w 104184"/>
              <a:gd name="csY5" fmla="*/ 239365 h 376056"/>
              <a:gd name="csX6" fmla="*/ 6747 w 104184"/>
              <a:gd name="csY6" fmla="*/ 330630 h 376056"/>
              <a:gd name="csX7" fmla="*/ 3662 w 104184"/>
              <a:gd name="csY7" fmla="*/ 371561 h 376056"/>
              <a:gd name="csX8" fmla="*/ 77617 w 104184"/>
              <a:gd name="csY8" fmla="*/ 373109 h 376056"/>
              <a:gd name="csX9" fmla="*/ 104184 w 104184"/>
              <a:gd name="csY9" fmla="*/ 373109 h 376056"/>
              <a:gd name="csX10" fmla="*/ 92893 w 104184"/>
              <a:gd name="csY10" fmla="*/ 198834 h 376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4184" h="376056">
                <a:moveTo>
                  <a:pt x="92893" y="198834"/>
                </a:moveTo>
                <a:cubicBezTo>
                  <a:pt x="86576" y="162189"/>
                  <a:pt x="97422" y="168461"/>
                  <a:pt x="94048" y="153236"/>
                </a:cubicBezTo>
                <a:cubicBezTo>
                  <a:pt x="90674" y="138011"/>
                  <a:pt x="79258" y="121172"/>
                  <a:pt x="72647" y="107483"/>
                </a:cubicBezTo>
                <a:cubicBezTo>
                  <a:pt x="66036" y="93794"/>
                  <a:pt x="65795" y="10761"/>
                  <a:pt x="58346" y="1597"/>
                </a:cubicBezTo>
                <a:cubicBezTo>
                  <a:pt x="50898" y="-7567"/>
                  <a:pt x="35151" y="24454"/>
                  <a:pt x="27956" y="52499"/>
                </a:cubicBezTo>
                <a:cubicBezTo>
                  <a:pt x="10293" y="163027"/>
                  <a:pt x="-638" y="127544"/>
                  <a:pt x="11209" y="239365"/>
                </a:cubicBezTo>
                <a:cubicBezTo>
                  <a:pt x="6686" y="303129"/>
                  <a:pt x="3144" y="317690"/>
                  <a:pt x="6747" y="330630"/>
                </a:cubicBezTo>
                <a:cubicBezTo>
                  <a:pt x="8388" y="351576"/>
                  <a:pt x="-6700" y="363032"/>
                  <a:pt x="3662" y="371561"/>
                </a:cubicBezTo>
                <a:cubicBezTo>
                  <a:pt x="7539" y="385458"/>
                  <a:pt x="66552" y="361620"/>
                  <a:pt x="77617" y="373109"/>
                </a:cubicBezTo>
                <a:lnTo>
                  <a:pt x="104184" y="373109"/>
                </a:lnTo>
                <a:cubicBezTo>
                  <a:pt x="83289" y="322261"/>
                  <a:pt x="101078" y="253129"/>
                  <a:pt x="92893" y="198834"/>
                </a:cubicBezTo>
                <a:close/>
              </a:path>
            </a:pathLst>
          </a:custGeom>
          <a:gradFill flip="none" rotWithShape="1">
            <a:gsLst>
              <a:gs pos="0">
                <a:srgbClr val="680000"/>
              </a:gs>
              <a:gs pos="10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1" name="Freeform 25">
            <a:extLst>
              <a:ext uri="{FF2B5EF4-FFF2-40B4-BE49-F238E27FC236}">
                <a16:creationId xmlns:a16="http://schemas.microsoft.com/office/drawing/2014/main" id="{403D899D-CAEE-EEE8-16B7-37BFA1A6ADF8}"/>
              </a:ext>
            </a:extLst>
          </p:cNvPr>
          <p:cNvSpPr/>
          <p:nvPr/>
        </p:nvSpPr>
        <p:spPr>
          <a:xfrm rot="19671096">
            <a:off x="171655" y="-157120"/>
            <a:ext cx="519385" cy="79484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2" name="Arc 31">
            <a:extLst>
              <a:ext uri="{FF2B5EF4-FFF2-40B4-BE49-F238E27FC236}">
                <a16:creationId xmlns:a16="http://schemas.microsoft.com/office/drawing/2014/main" id="{88981AB7-C93F-8D0F-605A-77F1C93780C0}"/>
              </a:ext>
            </a:extLst>
          </p:cNvPr>
          <p:cNvSpPr/>
          <p:nvPr/>
        </p:nvSpPr>
        <p:spPr>
          <a:xfrm rot="20828105">
            <a:off x="277028" y="164696"/>
            <a:ext cx="663813" cy="2177506"/>
          </a:xfrm>
          <a:prstGeom prst="arc">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33" name="Freeform: Shape 32">
            <a:extLst>
              <a:ext uri="{FF2B5EF4-FFF2-40B4-BE49-F238E27FC236}">
                <a16:creationId xmlns:a16="http://schemas.microsoft.com/office/drawing/2014/main" id="{DCFC6A41-0445-CBF0-33B5-2E496D0EE104}"/>
              </a:ext>
            </a:extLst>
          </p:cNvPr>
          <p:cNvSpPr/>
          <p:nvPr/>
        </p:nvSpPr>
        <p:spPr>
          <a:xfrm>
            <a:off x="893852" y="328774"/>
            <a:ext cx="1263721" cy="1387011"/>
          </a:xfrm>
          <a:custGeom>
            <a:avLst/>
            <a:gdLst>
              <a:gd name="csX0" fmla="*/ 0 w 1263721"/>
              <a:gd name="csY0" fmla="*/ 1387011 h 1387011"/>
              <a:gd name="csX1" fmla="*/ 297950 w 1263721"/>
              <a:gd name="csY1" fmla="*/ 852755 h 1387011"/>
              <a:gd name="csX2" fmla="*/ 421240 w 1263721"/>
              <a:gd name="csY2" fmla="*/ 462337 h 1387011"/>
              <a:gd name="csX3" fmla="*/ 914400 w 1263721"/>
              <a:gd name="csY3" fmla="*/ 287676 h 1387011"/>
              <a:gd name="csX4" fmla="*/ 1068512 w 1263721"/>
              <a:gd name="csY4" fmla="*/ 102741 h 1387011"/>
              <a:gd name="csX5" fmla="*/ 1263721 w 1263721"/>
              <a:gd name="csY5" fmla="*/ 0 h 1387011"/>
              <a:gd name="csX6" fmla="*/ 1263721 w 1263721"/>
              <a:gd name="csY6" fmla="*/ 0 h 13870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63721" h="1387011">
                <a:moveTo>
                  <a:pt x="0" y="1387011"/>
                </a:moveTo>
                <a:cubicBezTo>
                  <a:pt x="113871" y="1196939"/>
                  <a:pt x="227743" y="1006867"/>
                  <a:pt x="297950" y="852755"/>
                </a:cubicBezTo>
                <a:cubicBezTo>
                  <a:pt x="368157" y="698643"/>
                  <a:pt x="318498" y="556517"/>
                  <a:pt x="421240" y="462337"/>
                </a:cubicBezTo>
                <a:cubicBezTo>
                  <a:pt x="523982" y="368157"/>
                  <a:pt x="806521" y="347609"/>
                  <a:pt x="914400" y="287676"/>
                </a:cubicBezTo>
                <a:cubicBezTo>
                  <a:pt x="1022279" y="227743"/>
                  <a:pt x="1010292" y="150687"/>
                  <a:pt x="1068512" y="102741"/>
                </a:cubicBezTo>
                <a:cubicBezTo>
                  <a:pt x="1126732" y="54795"/>
                  <a:pt x="1263721" y="0"/>
                  <a:pt x="1263721" y="0"/>
                </a:cubicBezTo>
                <a:lnTo>
                  <a:pt x="1263721" y="0"/>
                </a:lnTo>
              </a:path>
            </a:pathLst>
          </a:cu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34" name="Freeform: Shape 33">
            <a:extLst>
              <a:ext uri="{FF2B5EF4-FFF2-40B4-BE49-F238E27FC236}">
                <a16:creationId xmlns:a16="http://schemas.microsoft.com/office/drawing/2014/main" id="{C42A2866-9A24-B183-E4F2-1956BF97F175}"/>
              </a:ext>
            </a:extLst>
          </p:cNvPr>
          <p:cNvSpPr/>
          <p:nvPr/>
        </p:nvSpPr>
        <p:spPr>
          <a:xfrm>
            <a:off x="1190624" y="82194"/>
            <a:ext cx="494338" cy="1047964"/>
          </a:xfrm>
          <a:custGeom>
            <a:avLst/>
            <a:gdLst>
              <a:gd name="csX0" fmla="*/ 1178 w 494338"/>
              <a:gd name="csY0" fmla="*/ 1047964 h 1047964"/>
              <a:gd name="csX1" fmla="*/ 42275 w 494338"/>
              <a:gd name="csY1" fmla="*/ 626724 h 1047964"/>
              <a:gd name="csX2" fmla="*/ 278580 w 494338"/>
              <a:gd name="csY2" fmla="*/ 195209 h 1047964"/>
              <a:gd name="csX3" fmla="*/ 494338 w 494338"/>
              <a:gd name="csY3" fmla="*/ 0 h 1047964"/>
              <a:gd name="csX4" fmla="*/ 494338 w 494338"/>
              <a:gd name="csY4" fmla="*/ 0 h 1047964"/>
            </a:gdLst>
            <a:ahLst/>
            <a:cxnLst>
              <a:cxn ang="0">
                <a:pos x="csX0" y="csY0"/>
              </a:cxn>
              <a:cxn ang="0">
                <a:pos x="csX1" y="csY1"/>
              </a:cxn>
              <a:cxn ang="0">
                <a:pos x="csX2" y="csY2"/>
              </a:cxn>
              <a:cxn ang="0">
                <a:pos x="csX3" y="csY3"/>
              </a:cxn>
              <a:cxn ang="0">
                <a:pos x="csX4" y="csY4"/>
              </a:cxn>
            </a:cxnLst>
            <a:rect l="l" t="t" r="r" b="b"/>
            <a:pathLst>
              <a:path w="494338" h="1047964">
                <a:moveTo>
                  <a:pt x="1178" y="1047964"/>
                </a:moveTo>
                <a:cubicBezTo>
                  <a:pt x="-1391" y="908407"/>
                  <a:pt x="-3959" y="768850"/>
                  <a:pt x="42275" y="626724"/>
                </a:cubicBezTo>
                <a:cubicBezTo>
                  <a:pt x="88509" y="484598"/>
                  <a:pt x="203236" y="299663"/>
                  <a:pt x="278580" y="195209"/>
                </a:cubicBezTo>
                <a:cubicBezTo>
                  <a:pt x="353924" y="90755"/>
                  <a:pt x="494338" y="0"/>
                  <a:pt x="494338" y="0"/>
                </a:cubicBezTo>
                <a:lnTo>
                  <a:pt x="494338" y="0"/>
                </a:lnTo>
              </a:path>
            </a:pathLst>
          </a:cu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
        <p:nvSpPr>
          <p:cNvPr id="12" name="Freeform: Shape 11">
            <a:extLst>
              <a:ext uri="{FF2B5EF4-FFF2-40B4-BE49-F238E27FC236}">
                <a16:creationId xmlns:a16="http://schemas.microsoft.com/office/drawing/2014/main" id="{2693B145-9293-440E-979A-F472EA27E400}"/>
              </a:ext>
            </a:extLst>
          </p:cNvPr>
          <p:cNvSpPr/>
          <p:nvPr/>
        </p:nvSpPr>
        <p:spPr>
          <a:xfrm>
            <a:off x="0" y="6571489"/>
            <a:ext cx="1981126" cy="65646"/>
          </a:xfrm>
          <a:custGeom>
            <a:avLst/>
            <a:gdLst>
              <a:gd name="csX0" fmla="*/ 0 w 2065106"/>
              <a:gd name="csY0" fmla="*/ 71919 h 143838"/>
              <a:gd name="csX1" fmla="*/ 328773 w 2065106"/>
              <a:gd name="csY1" fmla="*/ 113016 h 143838"/>
              <a:gd name="csX2" fmla="*/ 523982 w 2065106"/>
              <a:gd name="csY2" fmla="*/ 143838 h 143838"/>
              <a:gd name="csX3" fmla="*/ 811658 w 2065106"/>
              <a:gd name="csY3" fmla="*/ 133564 h 143838"/>
              <a:gd name="csX4" fmla="*/ 955497 w 2065106"/>
              <a:gd name="csY4" fmla="*/ 102742 h 143838"/>
              <a:gd name="csX5" fmla="*/ 1089061 w 2065106"/>
              <a:gd name="csY5" fmla="*/ 82193 h 143838"/>
              <a:gd name="csX6" fmla="*/ 1171254 w 2065106"/>
              <a:gd name="csY6" fmla="*/ 51371 h 143838"/>
              <a:gd name="csX7" fmla="*/ 1315092 w 2065106"/>
              <a:gd name="csY7" fmla="*/ 10274 h 143838"/>
              <a:gd name="csX8" fmla="*/ 1345915 w 2065106"/>
              <a:gd name="csY8" fmla="*/ 0 h 143838"/>
              <a:gd name="csX9" fmla="*/ 1469204 w 2065106"/>
              <a:gd name="csY9" fmla="*/ 10274 h 143838"/>
              <a:gd name="csX10" fmla="*/ 1541124 w 2065106"/>
              <a:gd name="csY10" fmla="*/ 41097 h 143838"/>
              <a:gd name="csX11" fmla="*/ 1654139 w 2065106"/>
              <a:gd name="csY11" fmla="*/ 61645 h 143838"/>
              <a:gd name="csX12" fmla="*/ 1736333 w 2065106"/>
              <a:gd name="csY12" fmla="*/ 71919 h 143838"/>
              <a:gd name="csX13" fmla="*/ 2065106 w 2065106"/>
              <a:gd name="csY13" fmla="*/ 71919 h 143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5106" h="143838">
                <a:moveTo>
                  <a:pt x="0" y="71919"/>
                </a:moveTo>
                <a:lnTo>
                  <a:pt x="328773" y="113016"/>
                </a:lnTo>
                <a:cubicBezTo>
                  <a:pt x="394037" y="121974"/>
                  <a:pt x="458166" y="141037"/>
                  <a:pt x="523982" y="143838"/>
                </a:cubicBezTo>
                <a:lnTo>
                  <a:pt x="811658" y="133564"/>
                </a:lnTo>
                <a:cubicBezTo>
                  <a:pt x="859604" y="123290"/>
                  <a:pt x="907282" y="111671"/>
                  <a:pt x="955497" y="102742"/>
                </a:cubicBezTo>
                <a:cubicBezTo>
                  <a:pt x="999789" y="94540"/>
                  <a:pt x="1045241" y="92626"/>
                  <a:pt x="1089061" y="82193"/>
                </a:cubicBezTo>
                <a:cubicBezTo>
                  <a:pt x="1117526" y="75416"/>
                  <a:pt x="1143371" y="60243"/>
                  <a:pt x="1171254" y="51371"/>
                </a:cubicBezTo>
                <a:cubicBezTo>
                  <a:pt x="1218771" y="36252"/>
                  <a:pt x="1267786" y="26042"/>
                  <a:pt x="1315092" y="10274"/>
                </a:cubicBezTo>
                <a:lnTo>
                  <a:pt x="1345915" y="0"/>
                </a:lnTo>
                <a:cubicBezTo>
                  <a:pt x="1387011" y="3425"/>
                  <a:pt x="1428327" y="4824"/>
                  <a:pt x="1469204" y="10274"/>
                </a:cubicBezTo>
                <a:cubicBezTo>
                  <a:pt x="1499132" y="14264"/>
                  <a:pt x="1512154" y="31440"/>
                  <a:pt x="1541124" y="41097"/>
                </a:cubicBezTo>
                <a:cubicBezTo>
                  <a:pt x="1554399" y="45522"/>
                  <a:pt x="1645083" y="60351"/>
                  <a:pt x="1654139" y="61645"/>
                </a:cubicBezTo>
                <a:cubicBezTo>
                  <a:pt x="1681473" y="65550"/>
                  <a:pt x="1708730" y="71229"/>
                  <a:pt x="1736333" y="71919"/>
                </a:cubicBezTo>
                <a:cubicBezTo>
                  <a:pt x="1845890" y="74658"/>
                  <a:pt x="1955515" y="71919"/>
                  <a:pt x="2065106" y="71919"/>
                </a:cubicBezTo>
              </a:path>
            </a:pathLst>
          </a:cu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14">
            <a:extLst>
              <a:ext uri="{FF2B5EF4-FFF2-40B4-BE49-F238E27FC236}">
                <a16:creationId xmlns:a16="http://schemas.microsoft.com/office/drawing/2014/main" id="{DFB81F11-741E-0F5E-A8BD-2A364A472325}"/>
              </a:ext>
            </a:extLst>
          </p:cNvPr>
          <p:cNvSpPr>
            <a:spLocks noGrp="1"/>
          </p:cNvSpPr>
          <p:nvPr>
            <p:ph type="sldNum" sz="quarter" idx="12"/>
          </p:nvPr>
        </p:nvSpPr>
        <p:spPr/>
        <p:txBody>
          <a:bodyPr/>
          <a:lstStyle/>
          <a:p>
            <a:fld id="{511E72FE-814A-43D7-AA66-638DB960BCF9}" type="slidenum">
              <a:rPr lang="en-US" smtClean="0"/>
              <a:t>8</a:t>
            </a:fld>
            <a:endParaRPr lang="en-US"/>
          </a:p>
        </p:txBody>
      </p:sp>
      <p:sp>
        <p:nvSpPr>
          <p:cNvPr id="17" name="Arrow: Pentagon 16">
            <a:extLst>
              <a:ext uri="{FF2B5EF4-FFF2-40B4-BE49-F238E27FC236}">
                <a16:creationId xmlns:a16="http://schemas.microsoft.com/office/drawing/2014/main" id="{2C744291-16C2-F1DF-82BA-378E5A0FE9C3}"/>
              </a:ext>
            </a:extLst>
          </p:cNvPr>
          <p:cNvSpPr/>
          <p:nvPr/>
        </p:nvSpPr>
        <p:spPr>
          <a:xfrm>
            <a:off x="2813349" y="7505"/>
            <a:ext cx="2612924" cy="54967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000" dirty="0">
                <a:latin typeface="Times New Roman" panose="02020603050405020304" pitchFamily="18" charset="0"/>
                <a:cs typeface="Times New Roman" panose="02020603050405020304" pitchFamily="18" charset="0"/>
              </a:rPr>
              <a:t>Results</a:t>
            </a:r>
            <a:endParaRPr lang="en-US" sz="3000" dirty="0"/>
          </a:p>
        </p:txBody>
      </p:sp>
      <p:pic>
        <p:nvPicPr>
          <p:cNvPr id="18" name="Picture 17">
            <a:extLst>
              <a:ext uri="{FF2B5EF4-FFF2-40B4-BE49-F238E27FC236}">
                <a16:creationId xmlns:a16="http://schemas.microsoft.com/office/drawing/2014/main" id="{51A8CF43-0C26-524F-F8AB-D4D968408A5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096000" y="1138098"/>
            <a:ext cx="4752483" cy="5722884"/>
          </a:xfrm>
          <a:prstGeom prst="rect">
            <a:avLst/>
          </a:prstGeom>
        </p:spPr>
      </p:pic>
    </p:spTree>
    <p:extLst>
      <p:ext uri="{BB962C8B-B14F-4D97-AF65-F5344CB8AC3E}">
        <p14:creationId xmlns:p14="http://schemas.microsoft.com/office/powerpoint/2010/main" val="20220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46832-9639-60EA-982E-0206DAF9980C}"/>
            </a:ext>
          </a:extLst>
        </p:cNvPr>
        <p:cNvGrpSpPr/>
        <p:nvPr/>
      </p:nvGrpSpPr>
      <p:grpSpPr>
        <a:xfrm>
          <a:off x="0" y="0"/>
          <a:ext cx="0" cy="0"/>
          <a:chOff x="0" y="0"/>
          <a:chExt cx="0" cy="0"/>
        </a:xfrm>
      </p:grpSpPr>
      <p:sp>
        <p:nvSpPr>
          <p:cNvPr id="30" name="Freeform 25">
            <a:extLst>
              <a:ext uri="{FF2B5EF4-FFF2-40B4-BE49-F238E27FC236}">
                <a16:creationId xmlns:a16="http://schemas.microsoft.com/office/drawing/2014/main" id="{62652601-C7BA-DFCB-7CA3-8911ADD9C33C}"/>
              </a:ext>
            </a:extLst>
          </p:cNvPr>
          <p:cNvSpPr/>
          <p:nvPr/>
        </p:nvSpPr>
        <p:spPr>
          <a:xfrm rot="9558032" flipH="1">
            <a:off x="1879769" y="594658"/>
            <a:ext cx="413228" cy="868880"/>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pic>
        <p:nvPicPr>
          <p:cNvPr id="29" name="Picture 28">
            <a:extLst>
              <a:ext uri="{FF2B5EF4-FFF2-40B4-BE49-F238E27FC236}">
                <a16:creationId xmlns:a16="http://schemas.microsoft.com/office/drawing/2014/main" id="{70FF007F-320F-E76B-172D-40187DB40FF3}"/>
              </a:ext>
            </a:extLst>
          </p:cNvPr>
          <p:cNvPicPr>
            <a:picLocks noChangeAspect="1"/>
          </p:cNvPicPr>
          <p:nvPr/>
        </p:nvPicPr>
        <p:blipFill>
          <a:blip r:embed="rId2"/>
          <a:stretch>
            <a:fillRect/>
          </a:stretch>
        </p:blipFill>
        <p:spPr>
          <a:xfrm rot="5719328">
            <a:off x="1207821" y="-381252"/>
            <a:ext cx="1694570" cy="1830692"/>
          </a:xfrm>
          <a:prstGeom prst="rect">
            <a:avLst/>
          </a:prstGeom>
        </p:spPr>
      </p:pic>
      <p:pic>
        <p:nvPicPr>
          <p:cNvPr id="25" name="Picture 24">
            <a:extLst>
              <a:ext uri="{FF2B5EF4-FFF2-40B4-BE49-F238E27FC236}">
                <a16:creationId xmlns:a16="http://schemas.microsoft.com/office/drawing/2014/main" id="{A0EAB33A-DD34-7C45-A7C0-542366FA3CD1}"/>
              </a:ext>
            </a:extLst>
          </p:cNvPr>
          <p:cNvPicPr>
            <a:picLocks noChangeAspect="1"/>
          </p:cNvPicPr>
          <p:nvPr/>
        </p:nvPicPr>
        <p:blipFill>
          <a:blip r:embed="rId2"/>
          <a:stretch>
            <a:fillRect/>
          </a:stretch>
        </p:blipFill>
        <p:spPr>
          <a:xfrm rot="1288603">
            <a:off x="45145" y="-314880"/>
            <a:ext cx="2328510" cy="2206854"/>
          </a:xfrm>
          <a:prstGeom prst="rect">
            <a:avLst/>
          </a:prstGeom>
        </p:spPr>
      </p:pic>
      <p:pic>
        <p:nvPicPr>
          <p:cNvPr id="21" name="Picture 20">
            <a:extLst>
              <a:ext uri="{FF2B5EF4-FFF2-40B4-BE49-F238E27FC236}">
                <a16:creationId xmlns:a16="http://schemas.microsoft.com/office/drawing/2014/main" id="{B7355EE3-3DE6-6A92-0163-10B8DFE23A5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39694" y="812118"/>
            <a:ext cx="3996430" cy="6045882"/>
          </a:xfrm>
          <a:prstGeom prst="rect">
            <a:avLst/>
          </a:prstGeom>
        </p:spPr>
      </p:pic>
      <p:sp>
        <p:nvSpPr>
          <p:cNvPr id="5" name="Freeform 26">
            <a:extLst>
              <a:ext uri="{FF2B5EF4-FFF2-40B4-BE49-F238E27FC236}">
                <a16:creationId xmlns:a16="http://schemas.microsoft.com/office/drawing/2014/main" id="{CA94BBF3-1C89-2CE2-A87B-BE1F8CD9E8A4}"/>
              </a:ext>
            </a:extLst>
          </p:cNvPr>
          <p:cNvSpPr/>
          <p:nvPr/>
        </p:nvSpPr>
        <p:spPr>
          <a:xfrm rot="21337779">
            <a:off x="1068147" y="1700099"/>
            <a:ext cx="811409" cy="415251"/>
          </a:xfrm>
          <a:custGeom>
            <a:avLst/>
            <a:gdLst>
              <a:gd name="connsiteX0" fmla="*/ 160190 w 217980"/>
              <a:gd name="connsiteY0" fmla="*/ 14651 h 158628"/>
              <a:gd name="connsiteX1" fmla="*/ 214904 w 217980"/>
              <a:gd name="connsiteY1" fmla="*/ 41798 h 158628"/>
              <a:gd name="connsiteX2" fmla="*/ 213181 w 217980"/>
              <a:gd name="connsiteY2" fmla="*/ 53864 h 158628"/>
              <a:gd name="connsiteX3" fmla="*/ 85659 w 217980"/>
              <a:gd name="connsiteY3" fmla="*/ 157714 h 158628"/>
              <a:gd name="connsiteX4" fmla="*/ 788 w 217980"/>
              <a:gd name="connsiteY4" fmla="*/ 61836 h 158628"/>
              <a:gd name="connsiteX5" fmla="*/ 89536 w 217980"/>
              <a:gd name="connsiteY5" fmla="*/ 0 h 158628"/>
              <a:gd name="connsiteX6" fmla="*/ 97076 w 217980"/>
              <a:gd name="connsiteY6" fmla="*/ 0 h 158628"/>
              <a:gd name="connsiteX7" fmla="*/ 159975 w 217980"/>
              <a:gd name="connsiteY7" fmla="*/ 14651 h 15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0" h="158628">
                <a:moveTo>
                  <a:pt x="160190" y="14651"/>
                </a:moveTo>
                <a:cubicBezTo>
                  <a:pt x="175484" y="21761"/>
                  <a:pt x="192932" y="27794"/>
                  <a:pt x="214904" y="41798"/>
                </a:cubicBezTo>
                <a:cubicBezTo>
                  <a:pt x="219643" y="44815"/>
                  <a:pt x="218781" y="52140"/>
                  <a:pt x="213181" y="53864"/>
                </a:cubicBezTo>
                <a:cubicBezTo>
                  <a:pt x="141665" y="75625"/>
                  <a:pt x="150712" y="147372"/>
                  <a:pt x="85659" y="157714"/>
                </a:cubicBezTo>
                <a:cubicBezTo>
                  <a:pt x="30514" y="166332"/>
                  <a:pt x="-5890" y="112468"/>
                  <a:pt x="788" y="61836"/>
                </a:cubicBezTo>
                <a:cubicBezTo>
                  <a:pt x="6819" y="16590"/>
                  <a:pt x="49039" y="0"/>
                  <a:pt x="89536" y="0"/>
                </a:cubicBezTo>
                <a:cubicBezTo>
                  <a:pt x="92121" y="0"/>
                  <a:pt x="94491" y="0"/>
                  <a:pt x="97076" y="0"/>
                </a:cubicBezTo>
                <a:cubicBezTo>
                  <a:pt x="118401" y="1077"/>
                  <a:pt x="140588" y="5602"/>
                  <a:pt x="159975" y="1465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6" name="Rectangle 5">
            <a:extLst>
              <a:ext uri="{FF2B5EF4-FFF2-40B4-BE49-F238E27FC236}">
                <a16:creationId xmlns:a16="http://schemas.microsoft.com/office/drawing/2014/main" id="{E29AAD11-F276-DEFD-563E-E460E243C39A}"/>
              </a:ext>
            </a:extLst>
          </p:cNvPr>
          <p:cNvSpPr/>
          <p:nvPr/>
        </p:nvSpPr>
        <p:spPr>
          <a:xfrm>
            <a:off x="-1" y="6591415"/>
            <a:ext cx="1981127" cy="487480"/>
          </a:xfrm>
          <a:prstGeom prst="rect">
            <a:avLst/>
          </a:prstGeom>
          <a:gradFill flip="none" rotWithShape="1">
            <a:gsLst>
              <a:gs pos="0">
                <a:srgbClr val="680000">
                  <a:tint val="66000"/>
                  <a:satMod val="160000"/>
                </a:srgbClr>
              </a:gs>
              <a:gs pos="50000">
                <a:srgbClr val="680000">
                  <a:tint val="44500"/>
                  <a:satMod val="160000"/>
                </a:srgbClr>
              </a:gs>
              <a:gs pos="100000">
                <a:srgbClr val="680000">
                  <a:tint val="23500"/>
                  <a:satMod val="160000"/>
                </a:srgbClr>
              </a:gs>
            </a:gsLst>
            <a:lin ang="5400000" scaled="1"/>
            <a:tileRect/>
          </a:gra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sp>
        <p:nvSpPr>
          <p:cNvPr id="3" name="Freeform 25">
            <a:extLst>
              <a:ext uri="{FF2B5EF4-FFF2-40B4-BE49-F238E27FC236}">
                <a16:creationId xmlns:a16="http://schemas.microsoft.com/office/drawing/2014/main" id="{ED93AC11-10B2-29F7-AED9-20D19247C7B6}"/>
              </a:ext>
            </a:extLst>
          </p:cNvPr>
          <p:cNvSpPr/>
          <p:nvPr/>
        </p:nvSpPr>
        <p:spPr>
          <a:xfrm rot="716734" flipH="1">
            <a:off x="917072" y="529873"/>
            <a:ext cx="259168" cy="663772"/>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4" name="Freeform 25">
            <a:extLst>
              <a:ext uri="{FF2B5EF4-FFF2-40B4-BE49-F238E27FC236}">
                <a16:creationId xmlns:a16="http://schemas.microsoft.com/office/drawing/2014/main" id="{71BC7803-84D6-0467-84ED-ED32927CD49F}"/>
              </a:ext>
            </a:extLst>
          </p:cNvPr>
          <p:cNvSpPr/>
          <p:nvPr/>
        </p:nvSpPr>
        <p:spPr>
          <a:xfrm>
            <a:off x="550824" y="1940192"/>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7" name="Freeform 28">
            <a:extLst>
              <a:ext uri="{FF2B5EF4-FFF2-40B4-BE49-F238E27FC236}">
                <a16:creationId xmlns:a16="http://schemas.microsoft.com/office/drawing/2014/main" id="{CB7D5209-0099-845E-0A71-A9333F248549}"/>
              </a:ext>
            </a:extLst>
          </p:cNvPr>
          <p:cNvSpPr/>
          <p:nvPr/>
        </p:nvSpPr>
        <p:spPr>
          <a:xfrm>
            <a:off x="575813" y="2104785"/>
            <a:ext cx="1109149" cy="3525458"/>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456" h="1346745">
                <a:moveTo>
                  <a:pt x="137716" y="368860"/>
                </a:moveTo>
                <a:cubicBezTo>
                  <a:pt x="137716" y="356579"/>
                  <a:pt x="137716" y="344298"/>
                  <a:pt x="137285" y="332017"/>
                </a:cubicBezTo>
                <a:cubicBezTo>
                  <a:pt x="134053" y="217395"/>
                  <a:pt x="111436" y="100618"/>
                  <a:pt x="54999" y="0"/>
                </a:cubicBezTo>
                <a:cubicBezTo>
                  <a:pt x="128453" y="140908"/>
                  <a:pt x="136639" y="305301"/>
                  <a:pt x="120268" y="460644"/>
                </a:cubicBezTo>
                <a:cubicBezTo>
                  <a:pt x="107127" y="587548"/>
                  <a:pt x="77617" y="716606"/>
                  <a:pt x="57799" y="842648"/>
                </a:cubicBezTo>
                <a:cubicBezTo>
                  <a:pt x="40136" y="953176"/>
                  <a:pt x="-638" y="1098233"/>
                  <a:pt x="11209" y="1210054"/>
                </a:cubicBezTo>
                <a:cubicBezTo>
                  <a:pt x="6686" y="1273818"/>
                  <a:pt x="3144" y="1288379"/>
                  <a:pt x="6747" y="1301319"/>
                </a:cubicBezTo>
                <a:cubicBezTo>
                  <a:pt x="8388" y="1322265"/>
                  <a:pt x="-6700" y="1333721"/>
                  <a:pt x="3662" y="1342250"/>
                </a:cubicBezTo>
                <a:cubicBezTo>
                  <a:pt x="7539" y="1356147"/>
                  <a:pt x="66552" y="1332309"/>
                  <a:pt x="77617" y="1343798"/>
                </a:cubicBezTo>
                <a:lnTo>
                  <a:pt x="120052" y="1343798"/>
                </a:lnTo>
                <a:cubicBezTo>
                  <a:pt x="99157" y="1292950"/>
                  <a:pt x="85371" y="1239517"/>
                  <a:pt x="77186" y="1185222"/>
                </a:cubicBezTo>
                <a:cubicBezTo>
                  <a:pt x="60815" y="1072754"/>
                  <a:pt x="67923" y="958347"/>
                  <a:pt x="82355" y="846095"/>
                </a:cubicBezTo>
                <a:cubicBezTo>
                  <a:pt x="99588" y="711435"/>
                  <a:pt x="127160" y="575913"/>
                  <a:pt x="135346" y="439745"/>
                </a:cubicBezTo>
                <a:cubicBezTo>
                  <a:pt x="138147" y="392991"/>
                  <a:pt x="161841" y="349900"/>
                  <a:pt x="200615" y="323614"/>
                </a:cubicBezTo>
                <a:cubicBezTo>
                  <a:pt x="200830" y="323614"/>
                  <a:pt x="201046" y="323184"/>
                  <a:pt x="201476" y="322968"/>
                </a:cubicBezTo>
                <a:cubicBezTo>
                  <a:pt x="228618" y="304654"/>
                  <a:pt x="260283" y="292373"/>
                  <a:pt x="293456" y="288495"/>
                </a:cubicBezTo>
                <a:cubicBezTo>
                  <a:pt x="232280" y="291512"/>
                  <a:pt x="174981" y="320383"/>
                  <a:pt x="137931" y="368860"/>
                </a:cubicBezTo>
                <a:lnTo>
                  <a:pt x="137716" y="368860"/>
                </a:lnTo>
                <a:close/>
              </a:path>
            </a:pathLst>
          </a:custGeom>
          <a:gradFill flip="none" rotWithShape="1">
            <a:gsLst>
              <a:gs pos="0">
                <a:srgbClr val="68000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0" name="Freeform 25">
            <a:extLst>
              <a:ext uri="{FF2B5EF4-FFF2-40B4-BE49-F238E27FC236}">
                <a16:creationId xmlns:a16="http://schemas.microsoft.com/office/drawing/2014/main" id="{BDE0516F-D1A2-F873-5E3E-A0854B93529A}"/>
              </a:ext>
            </a:extLst>
          </p:cNvPr>
          <p:cNvSpPr/>
          <p:nvPr/>
        </p:nvSpPr>
        <p:spPr>
          <a:xfrm>
            <a:off x="412653" y="919704"/>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8" name="Freeform 28">
            <a:extLst>
              <a:ext uri="{FF2B5EF4-FFF2-40B4-BE49-F238E27FC236}">
                <a16:creationId xmlns:a16="http://schemas.microsoft.com/office/drawing/2014/main" id="{EE86B8D3-4387-50FE-A0F4-D388F65F48F0}"/>
              </a:ext>
            </a:extLst>
          </p:cNvPr>
          <p:cNvSpPr/>
          <p:nvPr/>
        </p:nvSpPr>
        <p:spPr>
          <a:xfrm flipH="1">
            <a:off x="567698" y="862124"/>
            <a:ext cx="519385" cy="2082792"/>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61223" h="955203">
                <a:moveTo>
                  <a:pt x="105483" y="368860"/>
                </a:moveTo>
                <a:cubicBezTo>
                  <a:pt x="105483" y="356579"/>
                  <a:pt x="105483" y="344298"/>
                  <a:pt x="105052" y="332017"/>
                </a:cubicBezTo>
                <a:cubicBezTo>
                  <a:pt x="101820" y="217395"/>
                  <a:pt x="79203" y="100618"/>
                  <a:pt x="22766" y="0"/>
                </a:cubicBezTo>
                <a:cubicBezTo>
                  <a:pt x="96220" y="140908"/>
                  <a:pt x="104406" y="305301"/>
                  <a:pt x="88035" y="460644"/>
                </a:cubicBezTo>
                <a:cubicBezTo>
                  <a:pt x="74894" y="587548"/>
                  <a:pt x="20879" y="783328"/>
                  <a:pt x="1061" y="909370"/>
                </a:cubicBezTo>
                <a:cubicBezTo>
                  <a:pt x="-4761" y="989297"/>
                  <a:pt x="14894" y="942618"/>
                  <a:pt x="23071" y="932072"/>
                </a:cubicBezTo>
                <a:cubicBezTo>
                  <a:pt x="40080" y="853801"/>
                  <a:pt x="78895" y="541155"/>
                  <a:pt x="103113" y="439745"/>
                </a:cubicBezTo>
                <a:cubicBezTo>
                  <a:pt x="105914" y="392991"/>
                  <a:pt x="129608" y="349900"/>
                  <a:pt x="168382" y="323614"/>
                </a:cubicBezTo>
                <a:cubicBezTo>
                  <a:pt x="168597" y="323614"/>
                  <a:pt x="168813" y="323184"/>
                  <a:pt x="169243" y="322968"/>
                </a:cubicBezTo>
                <a:cubicBezTo>
                  <a:pt x="196385" y="304654"/>
                  <a:pt x="228050" y="292373"/>
                  <a:pt x="261223" y="288495"/>
                </a:cubicBezTo>
                <a:cubicBezTo>
                  <a:pt x="200047" y="291512"/>
                  <a:pt x="142748" y="320383"/>
                  <a:pt x="105698" y="368860"/>
                </a:cubicBezTo>
                <a:lnTo>
                  <a:pt x="105483" y="368860"/>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 name="Freeform 28">
            <a:extLst>
              <a:ext uri="{FF2B5EF4-FFF2-40B4-BE49-F238E27FC236}">
                <a16:creationId xmlns:a16="http://schemas.microsoft.com/office/drawing/2014/main" id="{90F10A04-3B3B-53B5-2031-3383519EF726}"/>
              </a:ext>
            </a:extLst>
          </p:cNvPr>
          <p:cNvSpPr/>
          <p:nvPr/>
        </p:nvSpPr>
        <p:spPr>
          <a:xfrm>
            <a:off x="948573" y="1391638"/>
            <a:ext cx="623185" cy="83005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 name="csX0" fmla="*/ 82717 w 238457"/>
              <a:gd name="csY0" fmla="*/ 368860 h 932100"/>
              <a:gd name="csX1" fmla="*/ 82286 w 238457"/>
              <a:gd name="csY1" fmla="*/ 332017 h 932100"/>
              <a:gd name="csX2" fmla="*/ 0 w 238457"/>
              <a:gd name="csY2" fmla="*/ 0 h 932100"/>
              <a:gd name="csX3" fmla="*/ 65269 w 238457"/>
              <a:gd name="csY3" fmla="*/ 460644 h 932100"/>
              <a:gd name="csX4" fmla="*/ 305 w 238457"/>
              <a:gd name="csY4" fmla="*/ 932072 h 932100"/>
              <a:gd name="csX5" fmla="*/ 80347 w 238457"/>
              <a:gd name="csY5" fmla="*/ 439745 h 932100"/>
              <a:gd name="csX6" fmla="*/ 145616 w 238457"/>
              <a:gd name="csY6" fmla="*/ 323614 h 932100"/>
              <a:gd name="csX7" fmla="*/ 146477 w 238457"/>
              <a:gd name="csY7" fmla="*/ 322968 h 932100"/>
              <a:gd name="csX8" fmla="*/ 238457 w 238457"/>
              <a:gd name="csY8" fmla="*/ 288495 h 932100"/>
              <a:gd name="csX9" fmla="*/ 82932 w 238457"/>
              <a:gd name="csY9" fmla="*/ 368860 h 932100"/>
              <a:gd name="csX10" fmla="*/ 82717 w 238457"/>
              <a:gd name="csY10" fmla="*/ 368860 h 932100"/>
              <a:gd name="csX0" fmla="*/ 82717 w 238457"/>
              <a:gd name="csY0" fmla="*/ 368860 h 492900"/>
              <a:gd name="csX1" fmla="*/ 82286 w 238457"/>
              <a:gd name="csY1" fmla="*/ 332017 h 492900"/>
              <a:gd name="csX2" fmla="*/ 0 w 238457"/>
              <a:gd name="csY2" fmla="*/ 0 h 492900"/>
              <a:gd name="csX3" fmla="*/ 65269 w 238457"/>
              <a:gd name="csY3" fmla="*/ 460644 h 492900"/>
              <a:gd name="csX4" fmla="*/ 80347 w 238457"/>
              <a:gd name="csY4" fmla="*/ 439745 h 492900"/>
              <a:gd name="csX5" fmla="*/ 145616 w 238457"/>
              <a:gd name="csY5" fmla="*/ 323614 h 492900"/>
              <a:gd name="csX6" fmla="*/ 146477 w 238457"/>
              <a:gd name="csY6" fmla="*/ 322968 h 492900"/>
              <a:gd name="csX7" fmla="*/ 238457 w 238457"/>
              <a:gd name="csY7" fmla="*/ 288495 h 492900"/>
              <a:gd name="csX8" fmla="*/ 82932 w 238457"/>
              <a:gd name="csY8" fmla="*/ 368860 h 492900"/>
              <a:gd name="csX9" fmla="*/ 82717 w 238457"/>
              <a:gd name="csY9" fmla="*/ 368860 h 492900"/>
              <a:gd name="csX0" fmla="*/ 17448 w 173188"/>
              <a:gd name="csY0" fmla="*/ 256637 h 380677"/>
              <a:gd name="csX1" fmla="*/ 17017 w 173188"/>
              <a:gd name="csY1" fmla="*/ 219794 h 380677"/>
              <a:gd name="csX2" fmla="*/ 17938 w 173188"/>
              <a:gd name="csY2" fmla="*/ 0 h 380677"/>
              <a:gd name="csX3" fmla="*/ 0 w 173188"/>
              <a:gd name="csY3" fmla="*/ 348421 h 380677"/>
              <a:gd name="csX4" fmla="*/ 15078 w 173188"/>
              <a:gd name="csY4" fmla="*/ 327522 h 380677"/>
              <a:gd name="csX5" fmla="*/ 80347 w 173188"/>
              <a:gd name="csY5" fmla="*/ 211391 h 380677"/>
              <a:gd name="csX6" fmla="*/ 81208 w 173188"/>
              <a:gd name="csY6" fmla="*/ 210745 h 380677"/>
              <a:gd name="csX7" fmla="*/ 173188 w 173188"/>
              <a:gd name="csY7" fmla="*/ 176272 h 380677"/>
              <a:gd name="csX8" fmla="*/ 17663 w 173188"/>
              <a:gd name="csY8" fmla="*/ 256637 h 380677"/>
              <a:gd name="csX9" fmla="*/ 17448 w 173188"/>
              <a:gd name="csY9" fmla="*/ 256637 h 3806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3188" h="380677">
                <a:moveTo>
                  <a:pt x="17448" y="256637"/>
                </a:moveTo>
                <a:cubicBezTo>
                  <a:pt x="17448" y="244356"/>
                  <a:pt x="17448" y="232075"/>
                  <a:pt x="17017" y="219794"/>
                </a:cubicBezTo>
                <a:cubicBezTo>
                  <a:pt x="13785" y="105172"/>
                  <a:pt x="74375" y="100618"/>
                  <a:pt x="17938" y="0"/>
                </a:cubicBezTo>
                <a:cubicBezTo>
                  <a:pt x="91392" y="140908"/>
                  <a:pt x="16371" y="193078"/>
                  <a:pt x="0" y="348421"/>
                </a:cubicBezTo>
                <a:cubicBezTo>
                  <a:pt x="13391" y="421712"/>
                  <a:pt x="1687" y="350360"/>
                  <a:pt x="15078" y="327522"/>
                </a:cubicBezTo>
                <a:cubicBezTo>
                  <a:pt x="17879" y="280768"/>
                  <a:pt x="41573" y="237677"/>
                  <a:pt x="80347" y="211391"/>
                </a:cubicBezTo>
                <a:cubicBezTo>
                  <a:pt x="80562" y="211391"/>
                  <a:pt x="80778" y="210961"/>
                  <a:pt x="81208" y="210745"/>
                </a:cubicBezTo>
                <a:cubicBezTo>
                  <a:pt x="108350" y="192431"/>
                  <a:pt x="140015" y="180150"/>
                  <a:pt x="173188" y="176272"/>
                </a:cubicBezTo>
                <a:cubicBezTo>
                  <a:pt x="112012" y="179289"/>
                  <a:pt x="54713" y="208160"/>
                  <a:pt x="17663" y="256637"/>
                </a:cubicBezTo>
                <a:lnTo>
                  <a:pt x="17448" y="256637"/>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6" name="Freeform 28">
            <a:extLst>
              <a:ext uri="{FF2B5EF4-FFF2-40B4-BE49-F238E27FC236}">
                <a16:creationId xmlns:a16="http://schemas.microsoft.com/office/drawing/2014/main" id="{B8B5DF34-8136-782A-BF47-6B7FD6957D43}"/>
              </a:ext>
            </a:extLst>
          </p:cNvPr>
          <p:cNvSpPr/>
          <p:nvPr/>
        </p:nvSpPr>
        <p:spPr>
          <a:xfrm>
            <a:off x="540251" y="4903256"/>
            <a:ext cx="519385" cy="183451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 name="csX0" fmla="*/ 137716 w 293456"/>
              <a:gd name="csY0" fmla="*/ 80365 h 1058250"/>
              <a:gd name="csX1" fmla="*/ 137285 w 293456"/>
              <a:gd name="csY1" fmla="*/ 43522 h 1058250"/>
              <a:gd name="csX2" fmla="*/ 120268 w 293456"/>
              <a:gd name="csY2" fmla="*/ 172149 h 1058250"/>
              <a:gd name="csX3" fmla="*/ 57799 w 293456"/>
              <a:gd name="csY3" fmla="*/ 554153 h 1058250"/>
              <a:gd name="csX4" fmla="*/ 11209 w 293456"/>
              <a:gd name="csY4" fmla="*/ 921559 h 1058250"/>
              <a:gd name="csX5" fmla="*/ 6747 w 293456"/>
              <a:gd name="csY5" fmla="*/ 1012824 h 1058250"/>
              <a:gd name="csX6" fmla="*/ 3662 w 293456"/>
              <a:gd name="csY6" fmla="*/ 1053755 h 1058250"/>
              <a:gd name="csX7" fmla="*/ 77617 w 293456"/>
              <a:gd name="csY7" fmla="*/ 1055303 h 1058250"/>
              <a:gd name="csX8" fmla="*/ 120052 w 293456"/>
              <a:gd name="csY8" fmla="*/ 1055303 h 1058250"/>
              <a:gd name="csX9" fmla="*/ 77186 w 293456"/>
              <a:gd name="csY9" fmla="*/ 896727 h 1058250"/>
              <a:gd name="csX10" fmla="*/ 82355 w 293456"/>
              <a:gd name="csY10" fmla="*/ 557600 h 1058250"/>
              <a:gd name="csX11" fmla="*/ 135346 w 293456"/>
              <a:gd name="csY11" fmla="*/ 151250 h 1058250"/>
              <a:gd name="csX12" fmla="*/ 200615 w 293456"/>
              <a:gd name="csY12" fmla="*/ 35119 h 1058250"/>
              <a:gd name="csX13" fmla="*/ 201476 w 293456"/>
              <a:gd name="csY13" fmla="*/ 34473 h 1058250"/>
              <a:gd name="csX14" fmla="*/ 293456 w 293456"/>
              <a:gd name="csY14" fmla="*/ 0 h 1058250"/>
              <a:gd name="csX15" fmla="*/ 137931 w 293456"/>
              <a:gd name="csY15" fmla="*/ 80365 h 1058250"/>
              <a:gd name="csX16" fmla="*/ 137716 w 293456"/>
              <a:gd name="csY16" fmla="*/ 80365 h 1058250"/>
              <a:gd name="csX0" fmla="*/ 137716 w 294424"/>
              <a:gd name="csY0" fmla="*/ 82135 h 1060020"/>
              <a:gd name="csX1" fmla="*/ 137285 w 294424"/>
              <a:gd name="csY1" fmla="*/ 45292 h 1060020"/>
              <a:gd name="csX2" fmla="*/ 120268 w 294424"/>
              <a:gd name="csY2" fmla="*/ 173919 h 1060020"/>
              <a:gd name="csX3" fmla="*/ 57799 w 294424"/>
              <a:gd name="csY3" fmla="*/ 555923 h 1060020"/>
              <a:gd name="csX4" fmla="*/ 11209 w 294424"/>
              <a:gd name="csY4" fmla="*/ 923329 h 1060020"/>
              <a:gd name="csX5" fmla="*/ 6747 w 294424"/>
              <a:gd name="csY5" fmla="*/ 1014594 h 1060020"/>
              <a:gd name="csX6" fmla="*/ 3662 w 294424"/>
              <a:gd name="csY6" fmla="*/ 1055525 h 1060020"/>
              <a:gd name="csX7" fmla="*/ 77617 w 294424"/>
              <a:gd name="csY7" fmla="*/ 1057073 h 1060020"/>
              <a:gd name="csX8" fmla="*/ 120052 w 294424"/>
              <a:gd name="csY8" fmla="*/ 1057073 h 1060020"/>
              <a:gd name="csX9" fmla="*/ 77186 w 294424"/>
              <a:gd name="csY9" fmla="*/ 898497 h 1060020"/>
              <a:gd name="csX10" fmla="*/ 82355 w 294424"/>
              <a:gd name="csY10" fmla="*/ 559370 h 1060020"/>
              <a:gd name="csX11" fmla="*/ 135346 w 294424"/>
              <a:gd name="csY11" fmla="*/ 153020 h 1060020"/>
              <a:gd name="csX12" fmla="*/ 200615 w 294424"/>
              <a:gd name="csY12" fmla="*/ 36889 h 1060020"/>
              <a:gd name="csX13" fmla="*/ 293456 w 294424"/>
              <a:gd name="csY13" fmla="*/ 1770 h 1060020"/>
              <a:gd name="csX14" fmla="*/ 137931 w 294424"/>
              <a:gd name="csY14" fmla="*/ 82135 h 1060020"/>
              <a:gd name="csX15" fmla="*/ 137716 w 294424"/>
              <a:gd name="csY15" fmla="*/ 82135 h 1060020"/>
              <a:gd name="csX0" fmla="*/ 137716 w 200617"/>
              <a:gd name="csY0" fmla="*/ 47059 h 1024944"/>
              <a:gd name="csX1" fmla="*/ 137285 w 200617"/>
              <a:gd name="csY1" fmla="*/ 10216 h 1024944"/>
              <a:gd name="csX2" fmla="*/ 120268 w 200617"/>
              <a:gd name="csY2" fmla="*/ 138843 h 1024944"/>
              <a:gd name="csX3" fmla="*/ 57799 w 200617"/>
              <a:gd name="csY3" fmla="*/ 520847 h 1024944"/>
              <a:gd name="csX4" fmla="*/ 11209 w 200617"/>
              <a:gd name="csY4" fmla="*/ 888253 h 1024944"/>
              <a:gd name="csX5" fmla="*/ 6747 w 200617"/>
              <a:gd name="csY5" fmla="*/ 979518 h 1024944"/>
              <a:gd name="csX6" fmla="*/ 3662 w 200617"/>
              <a:gd name="csY6" fmla="*/ 1020449 h 1024944"/>
              <a:gd name="csX7" fmla="*/ 77617 w 200617"/>
              <a:gd name="csY7" fmla="*/ 1021997 h 1024944"/>
              <a:gd name="csX8" fmla="*/ 120052 w 200617"/>
              <a:gd name="csY8" fmla="*/ 1021997 h 1024944"/>
              <a:gd name="csX9" fmla="*/ 77186 w 200617"/>
              <a:gd name="csY9" fmla="*/ 863421 h 1024944"/>
              <a:gd name="csX10" fmla="*/ 82355 w 200617"/>
              <a:gd name="csY10" fmla="*/ 524294 h 1024944"/>
              <a:gd name="csX11" fmla="*/ 135346 w 200617"/>
              <a:gd name="csY11" fmla="*/ 117944 h 1024944"/>
              <a:gd name="csX12" fmla="*/ 200615 w 200617"/>
              <a:gd name="csY12" fmla="*/ 1813 h 1024944"/>
              <a:gd name="csX13" fmla="*/ 137931 w 200617"/>
              <a:gd name="csY13" fmla="*/ 47059 h 1024944"/>
              <a:gd name="csX14" fmla="*/ 137716 w 200617"/>
              <a:gd name="csY14" fmla="*/ 47059 h 1024944"/>
              <a:gd name="csX0" fmla="*/ 137716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13" fmla="*/ 137716 w 140143"/>
              <a:gd name="csY13" fmla="*/ 36843 h 1014728"/>
              <a:gd name="csX0" fmla="*/ 137931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0" fmla="*/ 135346 w 140749"/>
              <a:gd name="csY0" fmla="*/ 108035 h 1015035"/>
              <a:gd name="csX1" fmla="*/ 137285 w 140749"/>
              <a:gd name="csY1" fmla="*/ 307 h 1015035"/>
              <a:gd name="csX2" fmla="*/ 120268 w 140749"/>
              <a:gd name="csY2" fmla="*/ 128934 h 1015035"/>
              <a:gd name="csX3" fmla="*/ 57799 w 140749"/>
              <a:gd name="csY3" fmla="*/ 510938 h 1015035"/>
              <a:gd name="csX4" fmla="*/ 11209 w 140749"/>
              <a:gd name="csY4" fmla="*/ 878344 h 1015035"/>
              <a:gd name="csX5" fmla="*/ 6747 w 140749"/>
              <a:gd name="csY5" fmla="*/ 969609 h 1015035"/>
              <a:gd name="csX6" fmla="*/ 3662 w 140749"/>
              <a:gd name="csY6" fmla="*/ 1010540 h 1015035"/>
              <a:gd name="csX7" fmla="*/ 77617 w 140749"/>
              <a:gd name="csY7" fmla="*/ 1012088 h 1015035"/>
              <a:gd name="csX8" fmla="*/ 120052 w 140749"/>
              <a:gd name="csY8" fmla="*/ 1012088 h 1015035"/>
              <a:gd name="csX9" fmla="*/ 77186 w 140749"/>
              <a:gd name="csY9" fmla="*/ 853512 h 1015035"/>
              <a:gd name="csX10" fmla="*/ 82355 w 140749"/>
              <a:gd name="csY10" fmla="*/ 514385 h 1015035"/>
              <a:gd name="csX11" fmla="*/ 135346 w 140749"/>
              <a:gd name="csY11" fmla="*/ 108035 h 1015035"/>
              <a:gd name="csX0" fmla="*/ 135346 w 137484"/>
              <a:gd name="csY0" fmla="*/ 39889 h 946889"/>
              <a:gd name="csX1" fmla="*/ 120268 w 137484"/>
              <a:gd name="csY1" fmla="*/ 60788 h 946889"/>
              <a:gd name="csX2" fmla="*/ 57799 w 137484"/>
              <a:gd name="csY2" fmla="*/ 442792 h 946889"/>
              <a:gd name="csX3" fmla="*/ 11209 w 137484"/>
              <a:gd name="csY3" fmla="*/ 810198 h 946889"/>
              <a:gd name="csX4" fmla="*/ 6747 w 137484"/>
              <a:gd name="csY4" fmla="*/ 901463 h 946889"/>
              <a:gd name="csX5" fmla="*/ 3662 w 137484"/>
              <a:gd name="csY5" fmla="*/ 942394 h 946889"/>
              <a:gd name="csX6" fmla="*/ 77617 w 137484"/>
              <a:gd name="csY6" fmla="*/ 943942 h 946889"/>
              <a:gd name="csX7" fmla="*/ 120052 w 137484"/>
              <a:gd name="csY7" fmla="*/ 943942 h 946889"/>
              <a:gd name="csX8" fmla="*/ 77186 w 137484"/>
              <a:gd name="csY8" fmla="*/ 785366 h 946889"/>
              <a:gd name="csX9" fmla="*/ 82355 w 137484"/>
              <a:gd name="csY9" fmla="*/ 446239 h 946889"/>
              <a:gd name="csX10" fmla="*/ 135346 w 137484"/>
              <a:gd name="csY10" fmla="*/ 39889 h 946889"/>
              <a:gd name="csX0" fmla="*/ 135346 w 135346"/>
              <a:gd name="csY0" fmla="*/ 1 h 907001"/>
              <a:gd name="csX1" fmla="*/ 57799 w 135346"/>
              <a:gd name="csY1" fmla="*/ 402904 h 907001"/>
              <a:gd name="csX2" fmla="*/ 11209 w 135346"/>
              <a:gd name="csY2" fmla="*/ 770310 h 907001"/>
              <a:gd name="csX3" fmla="*/ 6747 w 135346"/>
              <a:gd name="csY3" fmla="*/ 861575 h 907001"/>
              <a:gd name="csX4" fmla="*/ 3662 w 135346"/>
              <a:gd name="csY4" fmla="*/ 902506 h 907001"/>
              <a:gd name="csX5" fmla="*/ 77617 w 135346"/>
              <a:gd name="csY5" fmla="*/ 904054 h 907001"/>
              <a:gd name="csX6" fmla="*/ 120052 w 135346"/>
              <a:gd name="csY6" fmla="*/ 904054 h 907001"/>
              <a:gd name="csX7" fmla="*/ 77186 w 135346"/>
              <a:gd name="csY7" fmla="*/ 745478 h 907001"/>
              <a:gd name="csX8" fmla="*/ 82355 w 135346"/>
              <a:gd name="csY8" fmla="*/ 406351 h 907001"/>
              <a:gd name="csX9" fmla="*/ 135346 w 135346"/>
              <a:gd name="csY9" fmla="*/ 1 h 907001"/>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77186 w 120052"/>
              <a:gd name="csY7" fmla="*/ 385096 h 546619"/>
              <a:gd name="csX8" fmla="*/ 82355 w 120052"/>
              <a:gd name="csY8" fmla="*/ 45969 h 546619"/>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92893 w 120052"/>
              <a:gd name="csY7" fmla="*/ 369397 h 546619"/>
              <a:gd name="csX8" fmla="*/ 82355 w 120052"/>
              <a:gd name="csY8" fmla="*/ 45969 h 546619"/>
              <a:gd name="csX0" fmla="*/ 80784 w 120052"/>
              <a:gd name="csY0" fmla="*/ 199646 h 515831"/>
              <a:gd name="csX1" fmla="*/ 57799 w 120052"/>
              <a:gd name="csY1" fmla="*/ 11734 h 515831"/>
              <a:gd name="csX2" fmla="*/ 11209 w 120052"/>
              <a:gd name="csY2" fmla="*/ 379140 h 515831"/>
              <a:gd name="csX3" fmla="*/ 6747 w 120052"/>
              <a:gd name="csY3" fmla="*/ 470405 h 515831"/>
              <a:gd name="csX4" fmla="*/ 3662 w 120052"/>
              <a:gd name="csY4" fmla="*/ 511336 h 515831"/>
              <a:gd name="csX5" fmla="*/ 77617 w 120052"/>
              <a:gd name="csY5" fmla="*/ 512884 h 515831"/>
              <a:gd name="csX6" fmla="*/ 120052 w 120052"/>
              <a:gd name="csY6" fmla="*/ 512884 h 515831"/>
              <a:gd name="csX7" fmla="*/ 92893 w 120052"/>
              <a:gd name="csY7" fmla="*/ 338609 h 515831"/>
              <a:gd name="csX8" fmla="*/ 80784 w 120052"/>
              <a:gd name="csY8" fmla="*/ 199646 h 515831"/>
              <a:gd name="csX0" fmla="*/ 80784 w 120052"/>
              <a:gd name="csY0" fmla="*/ 48110 h 364295"/>
              <a:gd name="csX1" fmla="*/ 27956 w 120052"/>
              <a:gd name="csY1" fmla="*/ 40738 h 364295"/>
              <a:gd name="csX2" fmla="*/ 11209 w 120052"/>
              <a:gd name="csY2" fmla="*/ 227604 h 364295"/>
              <a:gd name="csX3" fmla="*/ 6747 w 120052"/>
              <a:gd name="csY3" fmla="*/ 318869 h 364295"/>
              <a:gd name="csX4" fmla="*/ 3662 w 120052"/>
              <a:gd name="csY4" fmla="*/ 359800 h 364295"/>
              <a:gd name="csX5" fmla="*/ 77617 w 120052"/>
              <a:gd name="csY5" fmla="*/ 361348 h 364295"/>
              <a:gd name="csX6" fmla="*/ 120052 w 120052"/>
              <a:gd name="csY6" fmla="*/ 361348 h 364295"/>
              <a:gd name="csX7" fmla="*/ 92893 w 120052"/>
              <a:gd name="csY7" fmla="*/ 187073 h 364295"/>
              <a:gd name="csX8" fmla="*/ 80784 w 120052"/>
              <a:gd name="csY8" fmla="*/ 48110 h 364295"/>
              <a:gd name="csX0" fmla="*/ 92893 w 120052"/>
              <a:gd name="csY0" fmla="*/ 146662 h 323884"/>
              <a:gd name="csX1" fmla="*/ 27956 w 120052"/>
              <a:gd name="csY1" fmla="*/ 327 h 323884"/>
              <a:gd name="csX2" fmla="*/ 11209 w 120052"/>
              <a:gd name="csY2" fmla="*/ 187193 h 323884"/>
              <a:gd name="csX3" fmla="*/ 6747 w 120052"/>
              <a:gd name="csY3" fmla="*/ 278458 h 323884"/>
              <a:gd name="csX4" fmla="*/ 3662 w 120052"/>
              <a:gd name="csY4" fmla="*/ 319389 h 323884"/>
              <a:gd name="csX5" fmla="*/ 77617 w 120052"/>
              <a:gd name="csY5" fmla="*/ 320937 h 323884"/>
              <a:gd name="csX6" fmla="*/ 120052 w 120052"/>
              <a:gd name="csY6" fmla="*/ 320937 h 323884"/>
              <a:gd name="csX7" fmla="*/ 92893 w 120052"/>
              <a:gd name="csY7" fmla="*/ 146662 h 323884"/>
              <a:gd name="csX0" fmla="*/ 92893 w 120052"/>
              <a:gd name="csY0" fmla="*/ 150479 h 327701"/>
              <a:gd name="csX1" fmla="*/ 72647 w 120052"/>
              <a:gd name="csY1" fmla="*/ 59128 h 327701"/>
              <a:gd name="csX2" fmla="*/ 27956 w 120052"/>
              <a:gd name="csY2" fmla="*/ 4144 h 327701"/>
              <a:gd name="csX3" fmla="*/ 11209 w 120052"/>
              <a:gd name="csY3" fmla="*/ 191010 h 327701"/>
              <a:gd name="csX4" fmla="*/ 6747 w 120052"/>
              <a:gd name="csY4" fmla="*/ 282275 h 327701"/>
              <a:gd name="csX5" fmla="*/ 3662 w 120052"/>
              <a:gd name="csY5" fmla="*/ 323206 h 327701"/>
              <a:gd name="csX6" fmla="*/ 77617 w 120052"/>
              <a:gd name="csY6" fmla="*/ 324754 h 327701"/>
              <a:gd name="csX7" fmla="*/ 120052 w 120052"/>
              <a:gd name="csY7" fmla="*/ 324754 h 327701"/>
              <a:gd name="csX8" fmla="*/ 92893 w 120052"/>
              <a:gd name="csY8" fmla="*/ 150479 h 327701"/>
              <a:gd name="csX0" fmla="*/ 92893 w 120052"/>
              <a:gd name="csY0" fmla="*/ 150066 h 327288"/>
              <a:gd name="csX1" fmla="*/ 94048 w 120052"/>
              <a:gd name="csY1" fmla="*/ 104468 h 327288"/>
              <a:gd name="csX2" fmla="*/ 72647 w 120052"/>
              <a:gd name="csY2" fmla="*/ 58715 h 327288"/>
              <a:gd name="csX3" fmla="*/ 27956 w 120052"/>
              <a:gd name="csY3" fmla="*/ 3731 h 327288"/>
              <a:gd name="csX4" fmla="*/ 11209 w 120052"/>
              <a:gd name="csY4" fmla="*/ 190597 h 327288"/>
              <a:gd name="csX5" fmla="*/ 6747 w 120052"/>
              <a:gd name="csY5" fmla="*/ 281862 h 327288"/>
              <a:gd name="csX6" fmla="*/ 3662 w 120052"/>
              <a:gd name="csY6" fmla="*/ 322793 h 327288"/>
              <a:gd name="csX7" fmla="*/ 77617 w 120052"/>
              <a:gd name="csY7" fmla="*/ 324341 h 327288"/>
              <a:gd name="csX8" fmla="*/ 120052 w 120052"/>
              <a:gd name="csY8" fmla="*/ 324341 h 327288"/>
              <a:gd name="csX9" fmla="*/ 92893 w 120052"/>
              <a:gd name="csY9" fmla="*/ 150066 h 327288"/>
              <a:gd name="csX0" fmla="*/ 92893 w 104184"/>
              <a:gd name="csY0" fmla="*/ 150066 h 327288"/>
              <a:gd name="csX1" fmla="*/ 94048 w 104184"/>
              <a:gd name="csY1" fmla="*/ 104468 h 327288"/>
              <a:gd name="csX2" fmla="*/ 72647 w 104184"/>
              <a:gd name="csY2" fmla="*/ 58715 h 327288"/>
              <a:gd name="csX3" fmla="*/ 27956 w 104184"/>
              <a:gd name="csY3" fmla="*/ 3731 h 327288"/>
              <a:gd name="csX4" fmla="*/ 11209 w 104184"/>
              <a:gd name="csY4" fmla="*/ 190597 h 327288"/>
              <a:gd name="csX5" fmla="*/ 6747 w 104184"/>
              <a:gd name="csY5" fmla="*/ 281862 h 327288"/>
              <a:gd name="csX6" fmla="*/ 3662 w 104184"/>
              <a:gd name="csY6" fmla="*/ 322793 h 327288"/>
              <a:gd name="csX7" fmla="*/ 77617 w 104184"/>
              <a:gd name="csY7" fmla="*/ 324341 h 327288"/>
              <a:gd name="csX8" fmla="*/ 104184 w 104184"/>
              <a:gd name="csY8" fmla="*/ 324341 h 327288"/>
              <a:gd name="csX9" fmla="*/ 92893 w 104184"/>
              <a:gd name="csY9" fmla="*/ 150066 h 327288"/>
              <a:gd name="csX0" fmla="*/ 92893 w 104184"/>
              <a:gd name="csY0" fmla="*/ 198834 h 376056"/>
              <a:gd name="csX1" fmla="*/ 94048 w 104184"/>
              <a:gd name="csY1" fmla="*/ 153236 h 376056"/>
              <a:gd name="csX2" fmla="*/ 72647 w 104184"/>
              <a:gd name="csY2" fmla="*/ 107483 h 376056"/>
              <a:gd name="csX3" fmla="*/ 58346 w 104184"/>
              <a:gd name="csY3" fmla="*/ 1597 h 376056"/>
              <a:gd name="csX4" fmla="*/ 27956 w 104184"/>
              <a:gd name="csY4" fmla="*/ 52499 h 376056"/>
              <a:gd name="csX5" fmla="*/ 11209 w 104184"/>
              <a:gd name="csY5" fmla="*/ 239365 h 376056"/>
              <a:gd name="csX6" fmla="*/ 6747 w 104184"/>
              <a:gd name="csY6" fmla="*/ 330630 h 376056"/>
              <a:gd name="csX7" fmla="*/ 3662 w 104184"/>
              <a:gd name="csY7" fmla="*/ 371561 h 376056"/>
              <a:gd name="csX8" fmla="*/ 77617 w 104184"/>
              <a:gd name="csY8" fmla="*/ 373109 h 376056"/>
              <a:gd name="csX9" fmla="*/ 104184 w 104184"/>
              <a:gd name="csY9" fmla="*/ 373109 h 376056"/>
              <a:gd name="csX10" fmla="*/ 92893 w 104184"/>
              <a:gd name="csY10" fmla="*/ 198834 h 376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4184" h="376056">
                <a:moveTo>
                  <a:pt x="92893" y="198834"/>
                </a:moveTo>
                <a:cubicBezTo>
                  <a:pt x="86576" y="162189"/>
                  <a:pt x="97422" y="168461"/>
                  <a:pt x="94048" y="153236"/>
                </a:cubicBezTo>
                <a:cubicBezTo>
                  <a:pt x="90674" y="138011"/>
                  <a:pt x="79258" y="121172"/>
                  <a:pt x="72647" y="107483"/>
                </a:cubicBezTo>
                <a:cubicBezTo>
                  <a:pt x="66036" y="93794"/>
                  <a:pt x="65795" y="10761"/>
                  <a:pt x="58346" y="1597"/>
                </a:cubicBezTo>
                <a:cubicBezTo>
                  <a:pt x="50898" y="-7567"/>
                  <a:pt x="35151" y="24454"/>
                  <a:pt x="27956" y="52499"/>
                </a:cubicBezTo>
                <a:cubicBezTo>
                  <a:pt x="10293" y="163027"/>
                  <a:pt x="-638" y="127544"/>
                  <a:pt x="11209" y="239365"/>
                </a:cubicBezTo>
                <a:cubicBezTo>
                  <a:pt x="6686" y="303129"/>
                  <a:pt x="3144" y="317690"/>
                  <a:pt x="6747" y="330630"/>
                </a:cubicBezTo>
                <a:cubicBezTo>
                  <a:pt x="8388" y="351576"/>
                  <a:pt x="-6700" y="363032"/>
                  <a:pt x="3662" y="371561"/>
                </a:cubicBezTo>
                <a:cubicBezTo>
                  <a:pt x="7539" y="385458"/>
                  <a:pt x="66552" y="361620"/>
                  <a:pt x="77617" y="373109"/>
                </a:cubicBezTo>
                <a:lnTo>
                  <a:pt x="104184" y="373109"/>
                </a:lnTo>
                <a:cubicBezTo>
                  <a:pt x="83289" y="322261"/>
                  <a:pt x="101078" y="253129"/>
                  <a:pt x="92893" y="198834"/>
                </a:cubicBezTo>
                <a:close/>
              </a:path>
            </a:pathLst>
          </a:custGeom>
          <a:gradFill flip="none" rotWithShape="1">
            <a:gsLst>
              <a:gs pos="0">
                <a:srgbClr val="680000"/>
              </a:gs>
              <a:gs pos="10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1" name="Freeform 25">
            <a:extLst>
              <a:ext uri="{FF2B5EF4-FFF2-40B4-BE49-F238E27FC236}">
                <a16:creationId xmlns:a16="http://schemas.microsoft.com/office/drawing/2014/main" id="{3C8AB862-D8D7-869F-ED25-24880C7BB398}"/>
              </a:ext>
            </a:extLst>
          </p:cNvPr>
          <p:cNvSpPr/>
          <p:nvPr/>
        </p:nvSpPr>
        <p:spPr>
          <a:xfrm rot="19671096">
            <a:off x="171655" y="-157120"/>
            <a:ext cx="519385" cy="79484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2" name="Arc 31">
            <a:extLst>
              <a:ext uri="{FF2B5EF4-FFF2-40B4-BE49-F238E27FC236}">
                <a16:creationId xmlns:a16="http://schemas.microsoft.com/office/drawing/2014/main" id="{C966EE2C-9EDA-42AE-1002-07DBF03904ED}"/>
              </a:ext>
            </a:extLst>
          </p:cNvPr>
          <p:cNvSpPr/>
          <p:nvPr/>
        </p:nvSpPr>
        <p:spPr>
          <a:xfrm rot="20828105">
            <a:off x="277028" y="164696"/>
            <a:ext cx="663813" cy="2177506"/>
          </a:xfrm>
          <a:prstGeom prst="arc">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33" name="Freeform: Shape 32">
            <a:extLst>
              <a:ext uri="{FF2B5EF4-FFF2-40B4-BE49-F238E27FC236}">
                <a16:creationId xmlns:a16="http://schemas.microsoft.com/office/drawing/2014/main" id="{479B3631-AFB4-4526-F261-7472364972A8}"/>
              </a:ext>
            </a:extLst>
          </p:cNvPr>
          <p:cNvSpPr/>
          <p:nvPr/>
        </p:nvSpPr>
        <p:spPr>
          <a:xfrm>
            <a:off x="893852" y="328774"/>
            <a:ext cx="1263721" cy="1387011"/>
          </a:xfrm>
          <a:custGeom>
            <a:avLst/>
            <a:gdLst>
              <a:gd name="csX0" fmla="*/ 0 w 1263721"/>
              <a:gd name="csY0" fmla="*/ 1387011 h 1387011"/>
              <a:gd name="csX1" fmla="*/ 297950 w 1263721"/>
              <a:gd name="csY1" fmla="*/ 852755 h 1387011"/>
              <a:gd name="csX2" fmla="*/ 421240 w 1263721"/>
              <a:gd name="csY2" fmla="*/ 462337 h 1387011"/>
              <a:gd name="csX3" fmla="*/ 914400 w 1263721"/>
              <a:gd name="csY3" fmla="*/ 287676 h 1387011"/>
              <a:gd name="csX4" fmla="*/ 1068512 w 1263721"/>
              <a:gd name="csY4" fmla="*/ 102741 h 1387011"/>
              <a:gd name="csX5" fmla="*/ 1263721 w 1263721"/>
              <a:gd name="csY5" fmla="*/ 0 h 1387011"/>
              <a:gd name="csX6" fmla="*/ 1263721 w 1263721"/>
              <a:gd name="csY6" fmla="*/ 0 h 13870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63721" h="1387011">
                <a:moveTo>
                  <a:pt x="0" y="1387011"/>
                </a:moveTo>
                <a:cubicBezTo>
                  <a:pt x="113871" y="1196939"/>
                  <a:pt x="227743" y="1006867"/>
                  <a:pt x="297950" y="852755"/>
                </a:cubicBezTo>
                <a:cubicBezTo>
                  <a:pt x="368157" y="698643"/>
                  <a:pt x="318498" y="556517"/>
                  <a:pt x="421240" y="462337"/>
                </a:cubicBezTo>
                <a:cubicBezTo>
                  <a:pt x="523982" y="368157"/>
                  <a:pt x="806521" y="347609"/>
                  <a:pt x="914400" y="287676"/>
                </a:cubicBezTo>
                <a:cubicBezTo>
                  <a:pt x="1022279" y="227743"/>
                  <a:pt x="1010292" y="150687"/>
                  <a:pt x="1068512" y="102741"/>
                </a:cubicBezTo>
                <a:cubicBezTo>
                  <a:pt x="1126732" y="54795"/>
                  <a:pt x="1263721" y="0"/>
                  <a:pt x="1263721" y="0"/>
                </a:cubicBezTo>
                <a:lnTo>
                  <a:pt x="1263721" y="0"/>
                </a:lnTo>
              </a:path>
            </a:pathLst>
          </a:cu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34" name="Freeform: Shape 33">
            <a:extLst>
              <a:ext uri="{FF2B5EF4-FFF2-40B4-BE49-F238E27FC236}">
                <a16:creationId xmlns:a16="http://schemas.microsoft.com/office/drawing/2014/main" id="{A56B2A9F-3432-AE0C-2D4F-AA8E0131BF04}"/>
              </a:ext>
            </a:extLst>
          </p:cNvPr>
          <p:cNvSpPr/>
          <p:nvPr/>
        </p:nvSpPr>
        <p:spPr>
          <a:xfrm>
            <a:off x="1190624" y="82194"/>
            <a:ext cx="494338" cy="1047964"/>
          </a:xfrm>
          <a:custGeom>
            <a:avLst/>
            <a:gdLst>
              <a:gd name="csX0" fmla="*/ 1178 w 494338"/>
              <a:gd name="csY0" fmla="*/ 1047964 h 1047964"/>
              <a:gd name="csX1" fmla="*/ 42275 w 494338"/>
              <a:gd name="csY1" fmla="*/ 626724 h 1047964"/>
              <a:gd name="csX2" fmla="*/ 278580 w 494338"/>
              <a:gd name="csY2" fmla="*/ 195209 h 1047964"/>
              <a:gd name="csX3" fmla="*/ 494338 w 494338"/>
              <a:gd name="csY3" fmla="*/ 0 h 1047964"/>
              <a:gd name="csX4" fmla="*/ 494338 w 494338"/>
              <a:gd name="csY4" fmla="*/ 0 h 1047964"/>
            </a:gdLst>
            <a:ahLst/>
            <a:cxnLst>
              <a:cxn ang="0">
                <a:pos x="csX0" y="csY0"/>
              </a:cxn>
              <a:cxn ang="0">
                <a:pos x="csX1" y="csY1"/>
              </a:cxn>
              <a:cxn ang="0">
                <a:pos x="csX2" y="csY2"/>
              </a:cxn>
              <a:cxn ang="0">
                <a:pos x="csX3" y="csY3"/>
              </a:cxn>
              <a:cxn ang="0">
                <a:pos x="csX4" y="csY4"/>
              </a:cxn>
            </a:cxnLst>
            <a:rect l="l" t="t" r="r" b="b"/>
            <a:pathLst>
              <a:path w="494338" h="1047964">
                <a:moveTo>
                  <a:pt x="1178" y="1047964"/>
                </a:moveTo>
                <a:cubicBezTo>
                  <a:pt x="-1391" y="908407"/>
                  <a:pt x="-3959" y="768850"/>
                  <a:pt x="42275" y="626724"/>
                </a:cubicBezTo>
                <a:cubicBezTo>
                  <a:pt x="88509" y="484598"/>
                  <a:pt x="203236" y="299663"/>
                  <a:pt x="278580" y="195209"/>
                </a:cubicBezTo>
                <a:cubicBezTo>
                  <a:pt x="353924" y="90755"/>
                  <a:pt x="494338" y="0"/>
                  <a:pt x="494338" y="0"/>
                </a:cubicBezTo>
                <a:lnTo>
                  <a:pt x="494338" y="0"/>
                </a:lnTo>
              </a:path>
            </a:pathLst>
          </a:cu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
        <p:nvSpPr>
          <p:cNvPr id="12" name="Freeform: Shape 11">
            <a:extLst>
              <a:ext uri="{FF2B5EF4-FFF2-40B4-BE49-F238E27FC236}">
                <a16:creationId xmlns:a16="http://schemas.microsoft.com/office/drawing/2014/main" id="{FEA00039-1D41-4CEE-8693-A9386DA02822}"/>
              </a:ext>
            </a:extLst>
          </p:cNvPr>
          <p:cNvSpPr/>
          <p:nvPr/>
        </p:nvSpPr>
        <p:spPr>
          <a:xfrm>
            <a:off x="0" y="6571489"/>
            <a:ext cx="1981126" cy="65646"/>
          </a:xfrm>
          <a:custGeom>
            <a:avLst/>
            <a:gdLst>
              <a:gd name="csX0" fmla="*/ 0 w 2065106"/>
              <a:gd name="csY0" fmla="*/ 71919 h 143838"/>
              <a:gd name="csX1" fmla="*/ 328773 w 2065106"/>
              <a:gd name="csY1" fmla="*/ 113016 h 143838"/>
              <a:gd name="csX2" fmla="*/ 523982 w 2065106"/>
              <a:gd name="csY2" fmla="*/ 143838 h 143838"/>
              <a:gd name="csX3" fmla="*/ 811658 w 2065106"/>
              <a:gd name="csY3" fmla="*/ 133564 h 143838"/>
              <a:gd name="csX4" fmla="*/ 955497 w 2065106"/>
              <a:gd name="csY4" fmla="*/ 102742 h 143838"/>
              <a:gd name="csX5" fmla="*/ 1089061 w 2065106"/>
              <a:gd name="csY5" fmla="*/ 82193 h 143838"/>
              <a:gd name="csX6" fmla="*/ 1171254 w 2065106"/>
              <a:gd name="csY6" fmla="*/ 51371 h 143838"/>
              <a:gd name="csX7" fmla="*/ 1315092 w 2065106"/>
              <a:gd name="csY7" fmla="*/ 10274 h 143838"/>
              <a:gd name="csX8" fmla="*/ 1345915 w 2065106"/>
              <a:gd name="csY8" fmla="*/ 0 h 143838"/>
              <a:gd name="csX9" fmla="*/ 1469204 w 2065106"/>
              <a:gd name="csY9" fmla="*/ 10274 h 143838"/>
              <a:gd name="csX10" fmla="*/ 1541124 w 2065106"/>
              <a:gd name="csY10" fmla="*/ 41097 h 143838"/>
              <a:gd name="csX11" fmla="*/ 1654139 w 2065106"/>
              <a:gd name="csY11" fmla="*/ 61645 h 143838"/>
              <a:gd name="csX12" fmla="*/ 1736333 w 2065106"/>
              <a:gd name="csY12" fmla="*/ 71919 h 143838"/>
              <a:gd name="csX13" fmla="*/ 2065106 w 2065106"/>
              <a:gd name="csY13" fmla="*/ 71919 h 143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5106" h="143838">
                <a:moveTo>
                  <a:pt x="0" y="71919"/>
                </a:moveTo>
                <a:lnTo>
                  <a:pt x="328773" y="113016"/>
                </a:lnTo>
                <a:cubicBezTo>
                  <a:pt x="394037" y="121974"/>
                  <a:pt x="458166" y="141037"/>
                  <a:pt x="523982" y="143838"/>
                </a:cubicBezTo>
                <a:lnTo>
                  <a:pt x="811658" y="133564"/>
                </a:lnTo>
                <a:cubicBezTo>
                  <a:pt x="859604" y="123290"/>
                  <a:pt x="907282" y="111671"/>
                  <a:pt x="955497" y="102742"/>
                </a:cubicBezTo>
                <a:cubicBezTo>
                  <a:pt x="999789" y="94540"/>
                  <a:pt x="1045241" y="92626"/>
                  <a:pt x="1089061" y="82193"/>
                </a:cubicBezTo>
                <a:cubicBezTo>
                  <a:pt x="1117526" y="75416"/>
                  <a:pt x="1143371" y="60243"/>
                  <a:pt x="1171254" y="51371"/>
                </a:cubicBezTo>
                <a:cubicBezTo>
                  <a:pt x="1218771" y="36252"/>
                  <a:pt x="1267786" y="26042"/>
                  <a:pt x="1315092" y="10274"/>
                </a:cubicBezTo>
                <a:lnTo>
                  <a:pt x="1345915" y="0"/>
                </a:lnTo>
                <a:cubicBezTo>
                  <a:pt x="1387011" y="3425"/>
                  <a:pt x="1428327" y="4824"/>
                  <a:pt x="1469204" y="10274"/>
                </a:cubicBezTo>
                <a:cubicBezTo>
                  <a:pt x="1499132" y="14264"/>
                  <a:pt x="1512154" y="31440"/>
                  <a:pt x="1541124" y="41097"/>
                </a:cubicBezTo>
                <a:cubicBezTo>
                  <a:pt x="1554399" y="45522"/>
                  <a:pt x="1645083" y="60351"/>
                  <a:pt x="1654139" y="61645"/>
                </a:cubicBezTo>
                <a:cubicBezTo>
                  <a:pt x="1681473" y="65550"/>
                  <a:pt x="1708730" y="71229"/>
                  <a:pt x="1736333" y="71919"/>
                </a:cubicBezTo>
                <a:cubicBezTo>
                  <a:pt x="1845890" y="74658"/>
                  <a:pt x="1955515" y="71919"/>
                  <a:pt x="2065106" y="71919"/>
                </a:cubicBezTo>
              </a:path>
            </a:pathLst>
          </a:cu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12">
            <a:extLst>
              <a:ext uri="{FF2B5EF4-FFF2-40B4-BE49-F238E27FC236}">
                <a16:creationId xmlns:a16="http://schemas.microsoft.com/office/drawing/2014/main" id="{A6451E97-7A81-EACD-944A-5C1F552BC652}"/>
              </a:ext>
            </a:extLst>
          </p:cNvPr>
          <p:cNvSpPr>
            <a:spLocks noGrp="1"/>
          </p:cNvSpPr>
          <p:nvPr>
            <p:ph type="sldNum" sz="quarter" idx="12"/>
          </p:nvPr>
        </p:nvSpPr>
        <p:spPr/>
        <p:txBody>
          <a:bodyPr/>
          <a:lstStyle/>
          <a:p>
            <a:fld id="{511E72FE-814A-43D7-AA66-638DB960BCF9}" type="slidenum">
              <a:rPr lang="en-US" smtClean="0"/>
              <a:t>9</a:t>
            </a:fld>
            <a:endParaRPr lang="en-US"/>
          </a:p>
        </p:txBody>
      </p:sp>
      <p:sp>
        <p:nvSpPr>
          <p:cNvPr id="15" name="Arrow: Pentagon 14">
            <a:extLst>
              <a:ext uri="{FF2B5EF4-FFF2-40B4-BE49-F238E27FC236}">
                <a16:creationId xmlns:a16="http://schemas.microsoft.com/office/drawing/2014/main" id="{02AC2A15-1E70-176E-1777-1F431DD30645}"/>
              </a:ext>
            </a:extLst>
          </p:cNvPr>
          <p:cNvSpPr/>
          <p:nvPr/>
        </p:nvSpPr>
        <p:spPr>
          <a:xfrm>
            <a:off x="2739476" y="57052"/>
            <a:ext cx="8976274" cy="547909"/>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cs typeface="Times New Roman" panose="02020603050405020304" pitchFamily="18" charset="0"/>
              </a:rPr>
              <a:t>How does stem CO</a:t>
            </a:r>
            <a:r>
              <a:rPr lang="en-US" sz="2000" baseline="-25000" dirty="0">
                <a:cs typeface="Times New Roman" panose="02020603050405020304" pitchFamily="18" charset="0"/>
              </a:rPr>
              <a:t>2</a:t>
            </a:r>
            <a:r>
              <a:rPr lang="en-US" sz="2000" dirty="0">
                <a:cs typeface="Times New Roman" panose="02020603050405020304" pitchFamily="18" charset="0"/>
              </a:rPr>
              <a:t>, CH₄ and N₂O fluxes change with an increase with height ?</a:t>
            </a:r>
          </a:p>
        </p:txBody>
      </p:sp>
      <p:sp>
        <p:nvSpPr>
          <p:cNvPr id="16" name="TextBox 15">
            <a:extLst>
              <a:ext uri="{FF2B5EF4-FFF2-40B4-BE49-F238E27FC236}">
                <a16:creationId xmlns:a16="http://schemas.microsoft.com/office/drawing/2014/main" id="{764DAC44-EDD7-AB7F-DEB7-C3697B124B3E}"/>
              </a:ext>
            </a:extLst>
          </p:cNvPr>
          <p:cNvSpPr txBox="1"/>
          <p:nvPr/>
        </p:nvSpPr>
        <p:spPr>
          <a:xfrm>
            <a:off x="5279314" y="2348711"/>
            <a:ext cx="6869741" cy="2554545"/>
          </a:xfrm>
          <a:prstGeom prst="rect">
            <a:avLst/>
          </a:prstGeom>
          <a:noFill/>
        </p:spPr>
        <p:txBody>
          <a:bodyPr wrap="square">
            <a:spAutoFit/>
          </a:bodyPr>
          <a:lstStyle/>
          <a:p>
            <a:pPr marL="342900" indent="-34290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All three trees had similar CO₂ fluxes (50 -100 mg C m</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a:t>
            </a:r>
            <a:r>
              <a:rPr lang="en-US" sz="2000" baseline="30000" dirty="0">
                <a:latin typeface="Times New Roman" panose="02020603050405020304" pitchFamily="18" charset="0"/>
                <a:ea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s⁻¹</a:t>
            </a:r>
            <a:r>
              <a:rPr lang="en-US" sz="2000" dirty="0">
                <a:latin typeface="Times New Roman" panose="02020603050405020304" pitchFamily="18" charset="0"/>
                <a:cs typeface="Times New Roman" panose="02020603050405020304" pitchFamily="18" charset="0"/>
              </a:rPr>
              <a:t>) up to ~3 m along the tree stem, and beyond that, each tree </a:t>
            </a:r>
            <a:r>
              <a:rPr lang="en-US" sz="2000" b="1" dirty="0">
                <a:latin typeface="Times New Roman" panose="02020603050405020304" pitchFamily="18" charset="0"/>
                <a:cs typeface="Times New Roman" panose="02020603050405020304" pitchFamily="18" charset="0"/>
              </a:rPr>
              <a:t>showed distinct patterns </a:t>
            </a:r>
            <a:r>
              <a:rPr lang="en-US" sz="2000" dirty="0">
                <a:latin typeface="Times New Roman" panose="02020603050405020304" pitchFamily="18" charset="0"/>
                <a:cs typeface="Times New Roman" panose="02020603050405020304" pitchFamily="18" charset="0"/>
              </a:rPr>
              <a:t>up to a canopy height.</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The mean fluxes of Tr1 and Tr3 were </a:t>
            </a: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comparable</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i.e., 90 (± 50) mg C m⁻</a:t>
            </a:r>
            <a:r>
              <a:rPr lang="en-US" sz="2000" baseline="30000" dirty="0">
                <a:latin typeface="Times New Roman" panose="02020603050405020304" pitchFamily="18" charset="0"/>
                <a:ea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s⁻¹, </a:t>
            </a: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however</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the mean of Tr2 was much higher 130 (± 60) mg C m⁻</a:t>
            </a:r>
            <a:r>
              <a:rPr lang="en-US" sz="2000" baseline="30000" dirty="0">
                <a:latin typeface="Times New Roman" panose="02020603050405020304" pitchFamily="18" charset="0"/>
                <a:ea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s⁻¹. </a:t>
            </a:r>
            <a:endParaRPr lang="en-US" sz="20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4DBABE59-7757-0743-49B6-D393ABAC769F}"/>
              </a:ext>
            </a:extLst>
          </p:cNvPr>
          <p:cNvPicPr>
            <a:picLocks noChangeAspect="1"/>
          </p:cNvPicPr>
          <p:nvPr/>
        </p:nvPicPr>
        <p:blipFill>
          <a:blip r:embed="rId4"/>
          <a:stretch>
            <a:fillRect/>
          </a:stretch>
        </p:blipFill>
        <p:spPr>
          <a:xfrm rot="5400000">
            <a:off x="3245575" y="5432880"/>
            <a:ext cx="337106" cy="2431247"/>
          </a:xfrm>
          <a:prstGeom prst="rect">
            <a:avLst/>
          </a:prstGeom>
        </p:spPr>
      </p:pic>
    </p:spTree>
    <p:extLst>
      <p:ext uri="{BB962C8B-B14F-4D97-AF65-F5344CB8AC3E}">
        <p14:creationId xmlns:p14="http://schemas.microsoft.com/office/powerpoint/2010/main" val="3270416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B51DC-F8DC-E7CD-1F7A-67D4134928E4}"/>
            </a:ext>
          </a:extLst>
        </p:cNvPr>
        <p:cNvGrpSpPr/>
        <p:nvPr/>
      </p:nvGrpSpPr>
      <p:grpSpPr>
        <a:xfrm>
          <a:off x="0" y="0"/>
          <a:ext cx="0" cy="0"/>
          <a:chOff x="0" y="0"/>
          <a:chExt cx="0" cy="0"/>
        </a:xfrm>
      </p:grpSpPr>
      <p:sp>
        <p:nvSpPr>
          <p:cNvPr id="30" name="Freeform 25">
            <a:extLst>
              <a:ext uri="{FF2B5EF4-FFF2-40B4-BE49-F238E27FC236}">
                <a16:creationId xmlns:a16="http://schemas.microsoft.com/office/drawing/2014/main" id="{D03C787D-FF46-B6CD-AFA1-43F2518A6290}"/>
              </a:ext>
            </a:extLst>
          </p:cNvPr>
          <p:cNvSpPr/>
          <p:nvPr/>
        </p:nvSpPr>
        <p:spPr>
          <a:xfrm rot="9558032" flipH="1">
            <a:off x="1879769" y="594658"/>
            <a:ext cx="413228" cy="868880"/>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pic>
        <p:nvPicPr>
          <p:cNvPr id="29" name="Picture 28">
            <a:extLst>
              <a:ext uri="{FF2B5EF4-FFF2-40B4-BE49-F238E27FC236}">
                <a16:creationId xmlns:a16="http://schemas.microsoft.com/office/drawing/2014/main" id="{B6C598EE-73A5-A27F-0F8D-8FC3816C29A2}"/>
              </a:ext>
            </a:extLst>
          </p:cNvPr>
          <p:cNvPicPr>
            <a:picLocks noChangeAspect="1"/>
          </p:cNvPicPr>
          <p:nvPr/>
        </p:nvPicPr>
        <p:blipFill>
          <a:blip r:embed="rId2"/>
          <a:stretch>
            <a:fillRect/>
          </a:stretch>
        </p:blipFill>
        <p:spPr>
          <a:xfrm rot="5719328">
            <a:off x="1207821" y="-381252"/>
            <a:ext cx="1694570" cy="1830692"/>
          </a:xfrm>
          <a:prstGeom prst="rect">
            <a:avLst/>
          </a:prstGeom>
        </p:spPr>
      </p:pic>
      <p:pic>
        <p:nvPicPr>
          <p:cNvPr id="25" name="Picture 24">
            <a:extLst>
              <a:ext uri="{FF2B5EF4-FFF2-40B4-BE49-F238E27FC236}">
                <a16:creationId xmlns:a16="http://schemas.microsoft.com/office/drawing/2014/main" id="{36F0CF97-05BE-2C17-BDCA-93319440F304}"/>
              </a:ext>
            </a:extLst>
          </p:cNvPr>
          <p:cNvPicPr>
            <a:picLocks noChangeAspect="1"/>
          </p:cNvPicPr>
          <p:nvPr/>
        </p:nvPicPr>
        <p:blipFill>
          <a:blip r:embed="rId2"/>
          <a:stretch>
            <a:fillRect/>
          </a:stretch>
        </p:blipFill>
        <p:spPr>
          <a:xfrm rot="1288603">
            <a:off x="45145" y="-314880"/>
            <a:ext cx="2328510" cy="2206854"/>
          </a:xfrm>
          <a:prstGeom prst="rect">
            <a:avLst/>
          </a:prstGeom>
        </p:spPr>
      </p:pic>
      <p:pic>
        <p:nvPicPr>
          <p:cNvPr id="21" name="Picture 20">
            <a:extLst>
              <a:ext uri="{FF2B5EF4-FFF2-40B4-BE49-F238E27FC236}">
                <a16:creationId xmlns:a16="http://schemas.microsoft.com/office/drawing/2014/main" id="{A3B4841D-F5BB-8EC3-29BD-431CF5795D6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79466" y="805791"/>
            <a:ext cx="3996430" cy="6045882"/>
          </a:xfrm>
          <a:prstGeom prst="rect">
            <a:avLst/>
          </a:prstGeom>
        </p:spPr>
      </p:pic>
      <p:sp>
        <p:nvSpPr>
          <p:cNvPr id="5" name="Freeform 26">
            <a:extLst>
              <a:ext uri="{FF2B5EF4-FFF2-40B4-BE49-F238E27FC236}">
                <a16:creationId xmlns:a16="http://schemas.microsoft.com/office/drawing/2014/main" id="{B128B433-27D8-FEAB-AD6B-D614BD229654}"/>
              </a:ext>
            </a:extLst>
          </p:cNvPr>
          <p:cNvSpPr/>
          <p:nvPr/>
        </p:nvSpPr>
        <p:spPr>
          <a:xfrm rot="21337779">
            <a:off x="1068147" y="1700099"/>
            <a:ext cx="811409" cy="415251"/>
          </a:xfrm>
          <a:custGeom>
            <a:avLst/>
            <a:gdLst>
              <a:gd name="connsiteX0" fmla="*/ 160190 w 217980"/>
              <a:gd name="connsiteY0" fmla="*/ 14651 h 158628"/>
              <a:gd name="connsiteX1" fmla="*/ 214904 w 217980"/>
              <a:gd name="connsiteY1" fmla="*/ 41798 h 158628"/>
              <a:gd name="connsiteX2" fmla="*/ 213181 w 217980"/>
              <a:gd name="connsiteY2" fmla="*/ 53864 h 158628"/>
              <a:gd name="connsiteX3" fmla="*/ 85659 w 217980"/>
              <a:gd name="connsiteY3" fmla="*/ 157714 h 158628"/>
              <a:gd name="connsiteX4" fmla="*/ 788 w 217980"/>
              <a:gd name="connsiteY4" fmla="*/ 61836 h 158628"/>
              <a:gd name="connsiteX5" fmla="*/ 89536 w 217980"/>
              <a:gd name="connsiteY5" fmla="*/ 0 h 158628"/>
              <a:gd name="connsiteX6" fmla="*/ 97076 w 217980"/>
              <a:gd name="connsiteY6" fmla="*/ 0 h 158628"/>
              <a:gd name="connsiteX7" fmla="*/ 159975 w 217980"/>
              <a:gd name="connsiteY7" fmla="*/ 14651 h 15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0" h="158628">
                <a:moveTo>
                  <a:pt x="160190" y="14651"/>
                </a:moveTo>
                <a:cubicBezTo>
                  <a:pt x="175484" y="21761"/>
                  <a:pt x="192932" y="27794"/>
                  <a:pt x="214904" y="41798"/>
                </a:cubicBezTo>
                <a:cubicBezTo>
                  <a:pt x="219643" y="44815"/>
                  <a:pt x="218781" y="52140"/>
                  <a:pt x="213181" y="53864"/>
                </a:cubicBezTo>
                <a:cubicBezTo>
                  <a:pt x="141665" y="75625"/>
                  <a:pt x="150712" y="147372"/>
                  <a:pt x="85659" y="157714"/>
                </a:cubicBezTo>
                <a:cubicBezTo>
                  <a:pt x="30514" y="166332"/>
                  <a:pt x="-5890" y="112468"/>
                  <a:pt x="788" y="61836"/>
                </a:cubicBezTo>
                <a:cubicBezTo>
                  <a:pt x="6819" y="16590"/>
                  <a:pt x="49039" y="0"/>
                  <a:pt x="89536" y="0"/>
                </a:cubicBezTo>
                <a:cubicBezTo>
                  <a:pt x="92121" y="0"/>
                  <a:pt x="94491" y="0"/>
                  <a:pt x="97076" y="0"/>
                </a:cubicBezTo>
                <a:cubicBezTo>
                  <a:pt x="118401" y="1077"/>
                  <a:pt x="140588" y="5602"/>
                  <a:pt x="159975" y="1465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6" name="Rectangle 5">
            <a:extLst>
              <a:ext uri="{FF2B5EF4-FFF2-40B4-BE49-F238E27FC236}">
                <a16:creationId xmlns:a16="http://schemas.microsoft.com/office/drawing/2014/main" id="{78B8CAEB-2C06-4B2A-736F-4488FB2C0492}"/>
              </a:ext>
            </a:extLst>
          </p:cNvPr>
          <p:cNvSpPr/>
          <p:nvPr/>
        </p:nvSpPr>
        <p:spPr>
          <a:xfrm>
            <a:off x="-1" y="6591415"/>
            <a:ext cx="1981127" cy="487480"/>
          </a:xfrm>
          <a:prstGeom prst="rect">
            <a:avLst/>
          </a:prstGeom>
          <a:gradFill flip="none" rotWithShape="1">
            <a:gsLst>
              <a:gs pos="0">
                <a:srgbClr val="680000">
                  <a:tint val="66000"/>
                  <a:satMod val="160000"/>
                </a:srgbClr>
              </a:gs>
              <a:gs pos="50000">
                <a:srgbClr val="680000">
                  <a:tint val="44500"/>
                  <a:satMod val="160000"/>
                </a:srgbClr>
              </a:gs>
              <a:gs pos="100000">
                <a:srgbClr val="680000">
                  <a:tint val="23500"/>
                  <a:satMod val="160000"/>
                </a:srgbClr>
              </a:gs>
            </a:gsLst>
            <a:lin ang="5400000" scaled="1"/>
            <a:tileRect/>
          </a:gra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sp>
        <p:nvSpPr>
          <p:cNvPr id="3" name="Freeform 25">
            <a:extLst>
              <a:ext uri="{FF2B5EF4-FFF2-40B4-BE49-F238E27FC236}">
                <a16:creationId xmlns:a16="http://schemas.microsoft.com/office/drawing/2014/main" id="{A13B8C4A-2C1A-B8FC-A058-D7D495C09221}"/>
              </a:ext>
            </a:extLst>
          </p:cNvPr>
          <p:cNvSpPr/>
          <p:nvPr/>
        </p:nvSpPr>
        <p:spPr>
          <a:xfrm rot="716734" flipH="1">
            <a:off x="917072" y="529873"/>
            <a:ext cx="259168" cy="663772"/>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4" name="Freeform 25">
            <a:extLst>
              <a:ext uri="{FF2B5EF4-FFF2-40B4-BE49-F238E27FC236}">
                <a16:creationId xmlns:a16="http://schemas.microsoft.com/office/drawing/2014/main" id="{7CB21D79-2D47-CCC5-6F72-0B831B1D3673}"/>
              </a:ext>
            </a:extLst>
          </p:cNvPr>
          <p:cNvSpPr/>
          <p:nvPr/>
        </p:nvSpPr>
        <p:spPr>
          <a:xfrm>
            <a:off x="550824" y="1940192"/>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7" name="Freeform 28">
            <a:extLst>
              <a:ext uri="{FF2B5EF4-FFF2-40B4-BE49-F238E27FC236}">
                <a16:creationId xmlns:a16="http://schemas.microsoft.com/office/drawing/2014/main" id="{184171AC-AC27-F0AB-0ED9-52FB3BDBFCB4}"/>
              </a:ext>
            </a:extLst>
          </p:cNvPr>
          <p:cNvSpPr/>
          <p:nvPr/>
        </p:nvSpPr>
        <p:spPr>
          <a:xfrm>
            <a:off x="575813" y="2104785"/>
            <a:ext cx="1109149" cy="3525458"/>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456" h="1346745">
                <a:moveTo>
                  <a:pt x="137716" y="368860"/>
                </a:moveTo>
                <a:cubicBezTo>
                  <a:pt x="137716" y="356579"/>
                  <a:pt x="137716" y="344298"/>
                  <a:pt x="137285" y="332017"/>
                </a:cubicBezTo>
                <a:cubicBezTo>
                  <a:pt x="134053" y="217395"/>
                  <a:pt x="111436" y="100618"/>
                  <a:pt x="54999" y="0"/>
                </a:cubicBezTo>
                <a:cubicBezTo>
                  <a:pt x="128453" y="140908"/>
                  <a:pt x="136639" y="305301"/>
                  <a:pt x="120268" y="460644"/>
                </a:cubicBezTo>
                <a:cubicBezTo>
                  <a:pt x="107127" y="587548"/>
                  <a:pt x="77617" y="716606"/>
                  <a:pt x="57799" y="842648"/>
                </a:cubicBezTo>
                <a:cubicBezTo>
                  <a:pt x="40136" y="953176"/>
                  <a:pt x="-638" y="1098233"/>
                  <a:pt x="11209" y="1210054"/>
                </a:cubicBezTo>
                <a:cubicBezTo>
                  <a:pt x="6686" y="1273818"/>
                  <a:pt x="3144" y="1288379"/>
                  <a:pt x="6747" y="1301319"/>
                </a:cubicBezTo>
                <a:cubicBezTo>
                  <a:pt x="8388" y="1322265"/>
                  <a:pt x="-6700" y="1333721"/>
                  <a:pt x="3662" y="1342250"/>
                </a:cubicBezTo>
                <a:cubicBezTo>
                  <a:pt x="7539" y="1356147"/>
                  <a:pt x="66552" y="1332309"/>
                  <a:pt x="77617" y="1343798"/>
                </a:cubicBezTo>
                <a:lnTo>
                  <a:pt x="120052" y="1343798"/>
                </a:lnTo>
                <a:cubicBezTo>
                  <a:pt x="99157" y="1292950"/>
                  <a:pt x="85371" y="1239517"/>
                  <a:pt x="77186" y="1185222"/>
                </a:cubicBezTo>
                <a:cubicBezTo>
                  <a:pt x="60815" y="1072754"/>
                  <a:pt x="67923" y="958347"/>
                  <a:pt x="82355" y="846095"/>
                </a:cubicBezTo>
                <a:cubicBezTo>
                  <a:pt x="99588" y="711435"/>
                  <a:pt x="127160" y="575913"/>
                  <a:pt x="135346" y="439745"/>
                </a:cubicBezTo>
                <a:cubicBezTo>
                  <a:pt x="138147" y="392991"/>
                  <a:pt x="161841" y="349900"/>
                  <a:pt x="200615" y="323614"/>
                </a:cubicBezTo>
                <a:cubicBezTo>
                  <a:pt x="200830" y="323614"/>
                  <a:pt x="201046" y="323184"/>
                  <a:pt x="201476" y="322968"/>
                </a:cubicBezTo>
                <a:cubicBezTo>
                  <a:pt x="228618" y="304654"/>
                  <a:pt x="260283" y="292373"/>
                  <a:pt x="293456" y="288495"/>
                </a:cubicBezTo>
                <a:cubicBezTo>
                  <a:pt x="232280" y="291512"/>
                  <a:pt x="174981" y="320383"/>
                  <a:pt x="137931" y="368860"/>
                </a:cubicBezTo>
                <a:lnTo>
                  <a:pt x="137716" y="368860"/>
                </a:lnTo>
                <a:close/>
              </a:path>
            </a:pathLst>
          </a:custGeom>
          <a:gradFill flip="none" rotWithShape="1">
            <a:gsLst>
              <a:gs pos="0">
                <a:srgbClr val="68000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0" name="Freeform 25">
            <a:extLst>
              <a:ext uri="{FF2B5EF4-FFF2-40B4-BE49-F238E27FC236}">
                <a16:creationId xmlns:a16="http://schemas.microsoft.com/office/drawing/2014/main" id="{BDE7D793-94EF-13F2-DBF1-9E413D6331B3}"/>
              </a:ext>
            </a:extLst>
          </p:cNvPr>
          <p:cNvSpPr/>
          <p:nvPr/>
        </p:nvSpPr>
        <p:spPr>
          <a:xfrm>
            <a:off x="412653" y="919704"/>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8" name="Freeform 28">
            <a:extLst>
              <a:ext uri="{FF2B5EF4-FFF2-40B4-BE49-F238E27FC236}">
                <a16:creationId xmlns:a16="http://schemas.microsoft.com/office/drawing/2014/main" id="{A44C1FFC-2508-7ED6-C35F-5E19F8083DCA}"/>
              </a:ext>
            </a:extLst>
          </p:cNvPr>
          <p:cNvSpPr/>
          <p:nvPr/>
        </p:nvSpPr>
        <p:spPr>
          <a:xfrm flipH="1">
            <a:off x="567698" y="862124"/>
            <a:ext cx="519385" cy="2082792"/>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61223" h="955203">
                <a:moveTo>
                  <a:pt x="105483" y="368860"/>
                </a:moveTo>
                <a:cubicBezTo>
                  <a:pt x="105483" y="356579"/>
                  <a:pt x="105483" y="344298"/>
                  <a:pt x="105052" y="332017"/>
                </a:cubicBezTo>
                <a:cubicBezTo>
                  <a:pt x="101820" y="217395"/>
                  <a:pt x="79203" y="100618"/>
                  <a:pt x="22766" y="0"/>
                </a:cubicBezTo>
                <a:cubicBezTo>
                  <a:pt x="96220" y="140908"/>
                  <a:pt x="104406" y="305301"/>
                  <a:pt x="88035" y="460644"/>
                </a:cubicBezTo>
                <a:cubicBezTo>
                  <a:pt x="74894" y="587548"/>
                  <a:pt x="20879" y="783328"/>
                  <a:pt x="1061" y="909370"/>
                </a:cubicBezTo>
                <a:cubicBezTo>
                  <a:pt x="-4761" y="989297"/>
                  <a:pt x="14894" y="942618"/>
                  <a:pt x="23071" y="932072"/>
                </a:cubicBezTo>
                <a:cubicBezTo>
                  <a:pt x="40080" y="853801"/>
                  <a:pt x="78895" y="541155"/>
                  <a:pt x="103113" y="439745"/>
                </a:cubicBezTo>
                <a:cubicBezTo>
                  <a:pt x="105914" y="392991"/>
                  <a:pt x="129608" y="349900"/>
                  <a:pt x="168382" y="323614"/>
                </a:cubicBezTo>
                <a:cubicBezTo>
                  <a:pt x="168597" y="323614"/>
                  <a:pt x="168813" y="323184"/>
                  <a:pt x="169243" y="322968"/>
                </a:cubicBezTo>
                <a:cubicBezTo>
                  <a:pt x="196385" y="304654"/>
                  <a:pt x="228050" y="292373"/>
                  <a:pt x="261223" y="288495"/>
                </a:cubicBezTo>
                <a:cubicBezTo>
                  <a:pt x="200047" y="291512"/>
                  <a:pt x="142748" y="320383"/>
                  <a:pt x="105698" y="368860"/>
                </a:cubicBezTo>
                <a:lnTo>
                  <a:pt x="105483" y="368860"/>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 name="Freeform 28">
            <a:extLst>
              <a:ext uri="{FF2B5EF4-FFF2-40B4-BE49-F238E27FC236}">
                <a16:creationId xmlns:a16="http://schemas.microsoft.com/office/drawing/2014/main" id="{FDE67498-BD51-41D9-C890-581A4F5CEA1D}"/>
              </a:ext>
            </a:extLst>
          </p:cNvPr>
          <p:cNvSpPr/>
          <p:nvPr/>
        </p:nvSpPr>
        <p:spPr>
          <a:xfrm>
            <a:off x="948573" y="1391638"/>
            <a:ext cx="623185" cy="83005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 name="csX0" fmla="*/ 82717 w 238457"/>
              <a:gd name="csY0" fmla="*/ 368860 h 932100"/>
              <a:gd name="csX1" fmla="*/ 82286 w 238457"/>
              <a:gd name="csY1" fmla="*/ 332017 h 932100"/>
              <a:gd name="csX2" fmla="*/ 0 w 238457"/>
              <a:gd name="csY2" fmla="*/ 0 h 932100"/>
              <a:gd name="csX3" fmla="*/ 65269 w 238457"/>
              <a:gd name="csY3" fmla="*/ 460644 h 932100"/>
              <a:gd name="csX4" fmla="*/ 305 w 238457"/>
              <a:gd name="csY4" fmla="*/ 932072 h 932100"/>
              <a:gd name="csX5" fmla="*/ 80347 w 238457"/>
              <a:gd name="csY5" fmla="*/ 439745 h 932100"/>
              <a:gd name="csX6" fmla="*/ 145616 w 238457"/>
              <a:gd name="csY6" fmla="*/ 323614 h 932100"/>
              <a:gd name="csX7" fmla="*/ 146477 w 238457"/>
              <a:gd name="csY7" fmla="*/ 322968 h 932100"/>
              <a:gd name="csX8" fmla="*/ 238457 w 238457"/>
              <a:gd name="csY8" fmla="*/ 288495 h 932100"/>
              <a:gd name="csX9" fmla="*/ 82932 w 238457"/>
              <a:gd name="csY9" fmla="*/ 368860 h 932100"/>
              <a:gd name="csX10" fmla="*/ 82717 w 238457"/>
              <a:gd name="csY10" fmla="*/ 368860 h 932100"/>
              <a:gd name="csX0" fmla="*/ 82717 w 238457"/>
              <a:gd name="csY0" fmla="*/ 368860 h 492900"/>
              <a:gd name="csX1" fmla="*/ 82286 w 238457"/>
              <a:gd name="csY1" fmla="*/ 332017 h 492900"/>
              <a:gd name="csX2" fmla="*/ 0 w 238457"/>
              <a:gd name="csY2" fmla="*/ 0 h 492900"/>
              <a:gd name="csX3" fmla="*/ 65269 w 238457"/>
              <a:gd name="csY3" fmla="*/ 460644 h 492900"/>
              <a:gd name="csX4" fmla="*/ 80347 w 238457"/>
              <a:gd name="csY4" fmla="*/ 439745 h 492900"/>
              <a:gd name="csX5" fmla="*/ 145616 w 238457"/>
              <a:gd name="csY5" fmla="*/ 323614 h 492900"/>
              <a:gd name="csX6" fmla="*/ 146477 w 238457"/>
              <a:gd name="csY6" fmla="*/ 322968 h 492900"/>
              <a:gd name="csX7" fmla="*/ 238457 w 238457"/>
              <a:gd name="csY7" fmla="*/ 288495 h 492900"/>
              <a:gd name="csX8" fmla="*/ 82932 w 238457"/>
              <a:gd name="csY8" fmla="*/ 368860 h 492900"/>
              <a:gd name="csX9" fmla="*/ 82717 w 238457"/>
              <a:gd name="csY9" fmla="*/ 368860 h 492900"/>
              <a:gd name="csX0" fmla="*/ 17448 w 173188"/>
              <a:gd name="csY0" fmla="*/ 256637 h 380677"/>
              <a:gd name="csX1" fmla="*/ 17017 w 173188"/>
              <a:gd name="csY1" fmla="*/ 219794 h 380677"/>
              <a:gd name="csX2" fmla="*/ 17938 w 173188"/>
              <a:gd name="csY2" fmla="*/ 0 h 380677"/>
              <a:gd name="csX3" fmla="*/ 0 w 173188"/>
              <a:gd name="csY3" fmla="*/ 348421 h 380677"/>
              <a:gd name="csX4" fmla="*/ 15078 w 173188"/>
              <a:gd name="csY4" fmla="*/ 327522 h 380677"/>
              <a:gd name="csX5" fmla="*/ 80347 w 173188"/>
              <a:gd name="csY5" fmla="*/ 211391 h 380677"/>
              <a:gd name="csX6" fmla="*/ 81208 w 173188"/>
              <a:gd name="csY6" fmla="*/ 210745 h 380677"/>
              <a:gd name="csX7" fmla="*/ 173188 w 173188"/>
              <a:gd name="csY7" fmla="*/ 176272 h 380677"/>
              <a:gd name="csX8" fmla="*/ 17663 w 173188"/>
              <a:gd name="csY8" fmla="*/ 256637 h 380677"/>
              <a:gd name="csX9" fmla="*/ 17448 w 173188"/>
              <a:gd name="csY9" fmla="*/ 256637 h 3806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3188" h="380677">
                <a:moveTo>
                  <a:pt x="17448" y="256637"/>
                </a:moveTo>
                <a:cubicBezTo>
                  <a:pt x="17448" y="244356"/>
                  <a:pt x="17448" y="232075"/>
                  <a:pt x="17017" y="219794"/>
                </a:cubicBezTo>
                <a:cubicBezTo>
                  <a:pt x="13785" y="105172"/>
                  <a:pt x="74375" y="100618"/>
                  <a:pt x="17938" y="0"/>
                </a:cubicBezTo>
                <a:cubicBezTo>
                  <a:pt x="91392" y="140908"/>
                  <a:pt x="16371" y="193078"/>
                  <a:pt x="0" y="348421"/>
                </a:cubicBezTo>
                <a:cubicBezTo>
                  <a:pt x="13391" y="421712"/>
                  <a:pt x="1687" y="350360"/>
                  <a:pt x="15078" y="327522"/>
                </a:cubicBezTo>
                <a:cubicBezTo>
                  <a:pt x="17879" y="280768"/>
                  <a:pt x="41573" y="237677"/>
                  <a:pt x="80347" y="211391"/>
                </a:cubicBezTo>
                <a:cubicBezTo>
                  <a:pt x="80562" y="211391"/>
                  <a:pt x="80778" y="210961"/>
                  <a:pt x="81208" y="210745"/>
                </a:cubicBezTo>
                <a:cubicBezTo>
                  <a:pt x="108350" y="192431"/>
                  <a:pt x="140015" y="180150"/>
                  <a:pt x="173188" y="176272"/>
                </a:cubicBezTo>
                <a:cubicBezTo>
                  <a:pt x="112012" y="179289"/>
                  <a:pt x="54713" y="208160"/>
                  <a:pt x="17663" y="256637"/>
                </a:cubicBezTo>
                <a:lnTo>
                  <a:pt x="17448" y="256637"/>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6" name="Freeform 28">
            <a:extLst>
              <a:ext uri="{FF2B5EF4-FFF2-40B4-BE49-F238E27FC236}">
                <a16:creationId xmlns:a16="http://schemas.microsoft.com/office/drawing/2014/main" id="{F47DEC27-FB81-9C01-79D3-7AFB9B441EB3}"/>
              </a:ext>
            </a:extLst>
          </p:cNvPr>
          <p:cNvSpPr/>
          <p:nvPr/>
        </p:nvSpPr>
        <p:spPr>
          <a:xfrm>
            <a:off x="540251" y="4903256"/>
            <a:ext cx="519385" cy="183451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 name="csX0" fmla="*/ 137716 w 293456"/>
              <a:gd name="csY0" fmla="*/ 80365 h 1058250"/>
              <a:gd name="csX1" fmla="*/ 137285 w 293456"/>
              <a:gd name="csY1" fmla="*/ 43522 h 1058250"/>
              <a:gd name="csX2" fmla="*/ 120268 w 293456"/>
              <a:gd name="csY2" fmla="*/ 172149 h 1058250"/>
              <a:gd name="csX3" fmla="*/ 57799 w 293456"/>
              <a:gd name="csY3" fmla="*/ 554153 h 1058250"/>
              <a:gd name="csX4" fmla="*/ 11209 w 293456"/>
              <a:gd name="csY4" fmla="*/ 921559 h 1058250"/>
              <a:gd name="csX5" fmla="*/ 6747 w 293456"/>
              <a:gd name="csY5" fmla="*/ 1012824 h 1058250"/>
              <a:gd name="csX6" fmla="*/ 3662 w 293456"/>
              <a:gd name="csY6" fmla="*/ 1053755 h 1058250"/>
              <a:gd name="csX7" fmla="*/ 77617 w 293456"/>
              <a:gd name="csY7" fmla="*/ 1055303 h 1058250"/>
              <a:gd name="csX8" fmla="*/ 120052 w 293456"/>
              <a:gd name="csY8" fmla="*/ 1055303 h 1058250"/>
              <a:gd name="csX9" fmla="*/ 77186 w 293456"/>
              <a:gd name="csY9" fmla="*/ 896727 h 1058250"/>
              <a:gd name="csX10" fmla="*/ 82355 w 293456"/>
              <a:gd name="csY10" fmla="*/ 557600 h 1058250"/>
              <a:gd name="csX11" fmla="*/ 135346 w 293456"/>
              <a:gd name="csY11" fmla="*/ 151250 h 1058250"/>
              <a:gd name="csX12" fmla="*/ 200615 w 293456"/>
              <a:gd name="csY12" fmla="*/ 35119 h 1058250"/>
              <a:gd name="csX13" fmla="*/ 201476 w 293456"/>
              <a:gd name="csY13" fmla="*/ 34473 h 1058250"/>
              <a:gd name="csX14" fmla="*/ 293456 w 293456"/>
              <a:gd name="csY14" fmla="*/ 0 h 1058250"/>
              <a:gd name="csX15" fmla="*/ 137931 w 293456"/>
              <a:gd name="csY15" fmla="*/ 80365 h 1058250"/>
              <a:gd name="csX16" fmla="*/ 137716 w 293456"/>
              <a:gd name="csY16" fmla="*/ 80365 h 1058250"/>
              <a:gd name="csX0" fmla="*/ 137716 w 294424"/>
              <a:gd name="csY0" fmla="*/ 82135 h 1060020"/>
              <a:gd name="csX1" fmla="*/ 137285 w 294424"/>
              <a:gd name="csY1" fmla="*/ 45292 h 1060020"/>
              <a:gd name="csX2" fmla="*/ 120268 w 294424"/>
              <a:gd name="csY2" fmla="*/ 173919 h 1060020"/>
              <a:gd name="csX3" fmla="*/ 57799 w 294424"/>
              <a:gd name="csY3" fmla="*/ 555923 h 1060020"/>
              <a:gd name="csX4" fmla="*/ 11209 w 294424"/>
              <a:gd name="csY4" fmla="*/ 923329 h 1060020"/>
              <a:gd name="csX5" fmla="*/ 6747 w 294424"/>
              <a:gd name="csY5" fmla="*/ 1014594 h 1060020"/>
              <a:gd name="csX6" fmla="*/ 3662 w 294424"/>
              <a:gd name="csY6" fmla="*/ 1055525 h 1060020"/>
              <a:gd name="csX7" fmla="*/ 77617 w 294424"/>
              <a:gd name="csY7" fmla="*/ 1057073 h 1060020"/>
              <a:gd name="csX8" fmla="*/ 120052 w 294424"/>
              <a:gd name="csY8" fmla="*/ 1057073 h 1060020"/>
              <a:gd name="csX9" fmla="*/ 77186 w 294424"/>
              <a:gd name="csY9" fmla="*/ 898497 h 1060020"/>
              <a:gd name="csX10" fmla="*/ 82355 w 294424"/>
              <a:gd name="csY10" fmla="*/ 559370 h 1060020"/>
              <a:gd name="csX11" fmla="*/ 135346 w 294424"/>
              <a:gd name="csY11" fmla="*/ 153020 h 1060020"/>
              <a:gd name="csX12" fmla="*/ 200615 w 294424"/>
              <a:gd name="csY12" fmla="*/ 36889 h 1060020"/>
              <a:gd name="csX13" fmla="*/ 293456 w 294424"/>
              <a:gd name="csY13" fmla="*/ 1770 h 1060020"/>
              <a:gd name="csX14" fmla="*/ 137931 w 294424"/>
              <a:gd name="csY14" fmla="*/ 82135 h 1060020"/>
              <a:gd name="csX15" fmla="*/ 137716 w 294424"/>
              <a:gd name="csY15" fmla="*/ 82135 h 1060020"/>
              <a:gd name="csX0" fmla="*/ 137716 w 200617"/>
              <a:gd name="csY0" fmla="*/ 47059 h 1024944"/>
              <a:gd name="csX1" fmla="*/ 137285 w 200617"/>
              <a:gd name="csY1" fmla="*/ 10216 h 1024944"/>
              <a:gd name="csX2" fmla="*/ 120268 w 200617"/>
              <a:gd name="csY2" fmla="*/ 138843 h 1024944"/>
              <a:gd name="csX3" fmla="*/ 57799 w 200617"/>
              <a:gd name="csY3" fmla="*/ 520847 h 1024944"/>
              <a:gd name="csX4" fmla="*/ 11209 w 200617"/>
              <a:gd name="csY4" fmla="*/ 888253 h 1024944"/>
              <a:gd name="csX5" fmla="*/ 6747 w 200617"/>
              <a:gd name="csY5" fmla="*/ 979518 h 1024944"/>
              <a:gd name="csX6" fmla="*/ 3662 w 200617"/>
              <a:gd name="csY6" fmla="*/ 1020449 h 1024944"/>
              <a:gd name="csX7" fmla="*/ 77617 w 200617"/>
              <a:gd name="csY7" fmla="*/ 1021997 h 1024944"/>
              <a:gd name="csX8" fmla="*/ 120052 w 200617"/>
              <a:gd name="csY8" fmla="*/ 1021997 h 1024944"/>
              <a:gd name="csX9" fmla="*/ 77186 w 200617"/>
              <a:gd name="csY9" fmla="*/ 863421 h 1024944"/>
              <a:gd name="csX10" fmla="*/ 82355 w 200617"/>
              <a:gd name="csY10" fmla="*/ 524294 h 1024944"/>
              <a:gd name="csX11" fmla="*/ 135346 w 200617"/>
              <a:gd name="csY11" fmla="*/ 117944 h 1024944"/>
              <a:gd name="csX12" fmla="*/ 200615 w 200617"/>
              <a:gd name="csY12" fmla="*/ 1813 h 1024944"/>
              <a:gd name="csX13" fmla="*/ 137931 w 200617"/>
              <a:gd name="csY13" fmla="*/ 47059 h 1024944"/>
              <a:gd name="csX14" fmla="*/ 137716 w 200617"/>
              <a:gd name="csY14" fmla="*/ 47059 h 1024944"/>
              <a:gd name="csX0" fmla="*/ 137716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13" fmla="*/ 137716 w 140143"/>
              <a:gd name="csY13" fmla="*/ 36843 h 1014728"/>
              <a:gd name="csX0" fmla="*/ 137931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0" fmla="*/ 135346 w 140749"/>
              <a:gd name="csY0" fmla="*/ 108035 h 1015035"/>
              <a:gd name="csX1" fmla="*/ 137285 w 140749"/>
              <a:gd name="csY1" fmla="*/ 307 h 1015035"/>
              <a:gd name="csX2" fmla="*/ 120268 w 140749"/>
              <a:gd name="csY2" fmla="*/ 128934 h 1015035"/>
              <a:gd name="csX3" fmla="*/ 57799 w 140749"/>
              <a:gd name="csY3" fmla="*/ 510938 h 1015035"/>
              <a:gd name="csX4" fmla="*/ 11209 w 140749"/>
              <a:gd name="csY4" fmla="*/ 878344 h 1015035"/>
              <a:gd name="csX5" fmla="*/ 6747 w 140749"/>
              <a:gd name="csY5" fmla="*/ 969609 h 1015035"/>
              <a:gd name="csX6" fmla="*/ 3662 w 140749"/>
              <a:gd name="csY6" fmla="*/ 1010540 h 1015035"/>
              <a:gd name="csX7" fmla="*/ 77617 w 140749"/>
              <a:gd name="csY7" fmla="*/ 1012088 h 1015035"/>
              <a:gd name="csX8" fmla="*/ 120052 w 140749"/>
              <a:gd name="csY8" fmla="*/ 1012088 h 1015035"/>
              <a:gd name="csX9" fmla="*/ 77186 w 140749"/>
              <a:gd name="csY9" fmla="*/ 853512 h 1015035"/>
              <a:gd name="csX10" fmla="*/ 82355 w 140749"/>
              <a:gd name="csY10" fmla="*/ 514385 h 1015035"/>
              <a:gd name="csX11" fmla="*/ 135346 w 140749"/>
              <a:gd name="csY11" fmla="*/ 108035 h 1015035"/>
              <a:gd name="csX0" fmla="*/ 135346 w 137484"/>
              <a:gd name="csY0" fmla="*/ 39889 h 946889"/>
              <a:gd name="csX1" fmla="*/ 120268 w 137484"/>
              <a:gd name="csY1" fmla="*/ 60788 h 946889"/>
              <a:gd name="csX2" fmla="*/ 57799 w 137484"/>
              <a:gd name="csY2" fmla="*/ 442792 h 946889"/>
              <a:gd name="csX3" fmla="*/ 11209 w 137484"/>
              <a:gd name="csY3" fmla="*/ 810198 h 946889"/>
              <a:gd name="csX4" fmla="*/ 6747 w 137484"/>
              <a:gd name="csY4" fmla="*/ 901463 h 946889"/>
              <a:gd name="csX5" fmla="*/ 3662 w 137484"/>
              <a:gd name="csY5" fmla="*/ 942394 h 946889"/>
              <a:gd name="csX6" fmla="*/ 77617 w 137484"/>
              <a:gd name="csY6" fmla="*/ 943942 h 946889"/>
              <a:gd name="csX7" fmla="*/ 120052 w 137484"/>
              <a:gd name="csY7" fmla="*/ 943942 h 946889"/>
              <a:gd name="csX8" fmla="*/ 77186 w 137484"/>
              <a:gd name="csY8" fmla="*/ 785366 h 946889"/>
              <a:gd name="csX9" fmla="*/ 82355 w 137484"/>
              <a:gd name="csY9" fmla="*/ 446239 h 946889"/>
              <a:gd name="csX10" fmla="*/ 135346 w 137484"/>
              <a:gd name="csY10" fmla="*/ 39889 h 946889"/>
              <a:gd name="csX0" fmla="*/ 135346 w 135346"/>
              <a:gd name="csY0" fmla="*/ 1 h 907001"/>
              <a:gd name="csX1" fmla="*/ 57799 w 135346"/>
              <a:gd name="csY1" fmla="*/ 402904 h 907001"/>
              <a:gd name="csX2" fmla="*/ 11209 w 135346"/>
              <a:gd name="csY2" fmla="*/ 770310 h 907001"/>
              <a:gd name="csX3" fmla="*/ 6747 w 135346"/>
              <a:gd name="csY3" fmla="*/ 861575 h 907001"/>
              <a:gd name="csX4" fmla="*/ 3662 w 135346"/>
              <a:gd name="csY4" fmla="*/ 902506 h 907001"/>
              <a:gd name="csX5" fmla="*/ 77617 w 135346"/>
              <a:gd name="csY5" fmla="*/ 904054 h 907001"/>
              <a:gd name="csX6" fmla="*/ 120052 w 135346"/>
              <a:gd name="csY6" fmla="*/ 904054 h 907001"/>
              <a:gd name="csX7" fmla="*/ 77186 w 135346"/>
              <a:gd name="csY7" fmla="*/ 745478 h 907001"/>
              <a:gd name="csX8" fmla="*/ 82355 w 135346"/>
              <a:gd name="csY8" fmla="*/ 406351 h 907001"/>
              <a:gd name="csX9" fmla="*/ 135346 w 135346"/>
              <a:gd name="csY9" fmla="*/ 1 h 907001"/>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77186 w 120052"/>
              <a:gd name="csY7" fmla="*/ 385096 h 546619"/>
              <a:gd name="csX8" fmla="*/ 82355 w 120052"/>
              <a:gd name="csY8" fmla="*/ 45969 h 546619"/>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92893 w 120052"/>
              <a:gd name="csY7" fmla="*/ 369397 h 546619"/>
              <a:gd name="csX8" fmla="*/ 82355 w 120052"/>
              <a:gd name="csY8" fmla="*/ 45969 h 546619"/>
              <a:gd name="csX0" fmla="*/ 80784 w 120052"/>
              <a:gd name="csY0" fmla="*/ 199646 h 515831"/>
              <a:gd name="csX1" fmla="*/ 57799 w 120052"/>
              <a:gd name="csY1" fmla="*/ 11734 h 515831"/>
              <a:gd name="csX2" fmla="*/ 11209 w 120052"/>
              <a:gd name="csY2" fmla="*/ 379140 h 515831"/>
              <a:gd name="csX3" fmla="*/ 6747 w 120052"/>
              <a:gd name="csY3" fmla="*/ 470405 h 515831"/>
              <a:gd name="csX4" fmla="*/ 3662 w 120052"/>
              <a:gd name="csY4" fmla="*/ 511336 h 515831"/>
              <a:gd name="csX5" fmla="*/ 77617 w 120052"/>
              <a:gd name="csY5" fmla="*/ 512884 h 515831"/>
              <a:gd name="csX6" fmla="*/ 120052 w 120052"/>
              <a:gd name="csY6" fmla="*/ 512884 h 515831"/>
              <a:gd name="csX7" fmla="*/ 92893 w 120052"/>
              <a:gd name="csY7" fmla="*/ 338609 h 515831"/>
              <a:gd name="csX8" fmla="*/ 80784 w 120052"/>
              <a:gd name="csY8" fmla="*/ 199646 h 515831"/>
              <a:gd name="csX0" fmla="*/ 80784 w 120052"/>
              <a:gd name="csY0" fmla="*/ 48110 h 364295"/>
              <a:gd name="csX1" fmla="*/ 27956 w 120052"/>
              <a:gd name="csY1" fmla="*/ 40738 h 364295"/>
              <a:gd name="csX2" fmla="*/ 11209 w 120052"/>
              <a:gd name="csY2" fmla="*/ 227604 h 364295"/>
              <a:gd name="csX3" fmla="*/ 6747 w 120052"/>
              <a:gd name="csY3" fmla="*/ 318869 h 364295"/>
              <a:gd name="csX4" fmla="*/ 3662 w 120052"/>
              <a:gd name="csY4" fmla="*/ 359800 h 364295"/>
              <a:gd name="csX5" fmla="*/ 77617 w 120052"/>
              <a:gd name="csY5" fmla="*/ 361348 h 364295"/>
              <a:gd name="csX6" fmla="*/ 120052 w 120052"/>
              <a:gd name="csY6" fmla="*/ 361348 h 364295"/>
              <a:gd name="csX7" fmla="*/ 92893 w 120052"/>
              <a:gd name="csY7" fmla="*/ 187073 h 364295"/>
              <a:gd name="csX8" fmla="*/ 80784 w 120052"/>
              <a:gd name="csY8" fmla="*/ 48110 h 364295"/>
              <a:gd name="csX0" fmla="*/ 92893 w 120052"/>
              <a:gd name="csY0" fmla="*/ 146662 h 323884"/>
              <a:gd name="csX1" fmla="*/ 27956 w 120052"/>
              <a:gd name="csY1" fmla="*/ 327 h 323884"/>
              <a:gd name="csX2" fmla="*/ 11209 w 120052"/>
              <a:gd name="csY2" fmla="*/ 187193 h 323884"/>
              <a:gd name="csX3" fmla="*/ 6747 w 120052"/>
              <a:gd name="csY3" fmla="*/ 278458 h 323884"/>
              <a:gd name="csX4" fmla="*/ 3662 w 120052"/>
              <a:gd name="csY4" fmla="*/ 319389 h 323884"/>
              <a:gd name="csX5" fmla="*/ 77617 w 120052"/>
              <a:gd name="csY5" fmla="*/ 320937 h 323884"/>
              <a:gd name="csX6" fmla="*/ 120052 w 120052"/>
              <a:gd name="csY6" fmla="*/ 320937 h 323884"/>
              <a:gd name="csX7" fmla="*/ 92893 w 120052"/>
              <a:gd name="csY7" fmla="*/ 146662 h 323884"/>
              <a:gd name="csX0" fmla="*/ 92893 w 120052"/>
              <a:gd name="csY0" fmla="*/ 150479 h 327701"/>
              <a:gd name="csX1" fmla="*/ 72647 w 120052"/>
              <a:gd name="csY1" fmla="*/ 59128 h 327701"/>
              <a:gd name="csX2" fmla="*/ 27956 w 120052"/>
              <a:gd name="csY2" fmla="*/ 4144 h 327701"/>
              <a:gd name="csX3" fmla="*/ 11209 w 120052"/>
              <a:gd name="csY3" fmla="*/ 191010 h 327701"/>
              <a:gd name="csX4" fmla="*/ 6747 w 120052"/>
              <a:gd name="csY4" fmla="*/ 282275 h 327701"/>
              <a:gd name="csX5" fmla="*/ 3662 w 120052"/>
              <a:gd name="csY5" fmla="*/ 323206 h 327701"/>
              <a:gd name="csX6" fmla="*/ 77617 w 120052"/>
              <a:gd name="csY6" fmla="*/ 324754 h 327701"/>
              <a:gd name="csX7" fmla="*/ 120052 w 120052"/>
              <a:gd name="csY7" fmla="*/ 324754 h 327701"/>
              <a:gd name="csX8" fmla="*/ 92893 w 120052"/>
              <a:gd name="csY8" fmla="*/ 150479 h 327701"/>
              <a:gd name="csX0" fmla="*/ 92893 w 120052"/>
              <a:gd name="csY0" fmla="*/ 150066 h 327288"/>
              <a:gd name="csX1" fmla="*/ 94048 w 120052"/>
              <a:gd name="csY1" fmla="*/ 104468 h 327288"/>
              <a:gd name="csX2" fmla="*/ 72647 w 120052"/>
              <a:gd name="csY2" fmla="*/ 58715 h 327288"/>
              <a:gd name="csX3" fmla="*/ 27956 w 120052"/>
              <a:gd name="csY3" fmla="*/ 3731 h 327288"/>
              <a:gd name="csX4" fmla="*/ 11209 w 120052"/>
              <a:gd name="csY4" fmla="*/ 190597 h 327288"/>
              <a:gd name="csX5" fmla="*/ 6747 w 120052"/>
              <a:gd name="csY5" fmla="*/ 281862 h 327288"/>
              <a:gd name="csX6" fmla="*/ 3662 w 120052"/>
              <a:gd name="csY6" fmla="*/ 322793 h 327288"/>
              <a:gd name="csX7" fmla="*/ 77617 w 120052"/>
              <a:gd name="csY7" fmla="*/ 324341 h 327288"/>
              <a:gd name="csX8" fmla="*/ 120052 w 120052"/>
              <a:gd name="csY8" fmla="*/ 324341 h 327288"/>
              <a:gd name="csX9" fmla="*/ 92893 w 120052"/>
              <a:gd name="csY9" fmla="*/ 150066 h 327288"/>
              <a:gd name="csX0" fmla="*/ 92893 w 104184"/>
              <a:gd name="csY0" fmla="*/ 150066 h 327288"/>
              <a:gd name="csX1" fmla="*/ 94048 w 104184"/>
              <a:gd name="csY1" fmla="*/ 104468 h 327288"/>
              <a:gd name="csX2" fmla="*/ 72647 w 104184"/>
              <a:gd name="csY2" fmla="*/ 58715 h 327288"/>
              <a:gd name="csX3" fmla="*/ 27956 w 104184"/>
              <a:gd name="csY3" fmla="*/ 3731 h 327288"/>
              <a:gd name="csX4" fmla="*/ 11209 w 104184"/>
              <a:gd name="csY4" fmla="*/ 190597 h 327288"/>
              <a:gd name="csX5" fmla="*/ 6747 w 104184"/>
              <a:gd name="csY5" fmla="*/ 281862 h 327288"/>
              <a:gd name="csX6" fmla="*/ 3662 w 104184"/>
              <a:gd name="csY6" fmla="*/ 322793 h 327288"/>
              <a:gd name="csX7" fmla="*/ 77617 w 104184"/>
              <a:gd name="csY7" fmla="*/ 324341 h 327288"/>
              <a:gd name="csX8" fmla="*/ 104184 w 104184"/>
              <a:gd name="csY8" fmla="*/ 324341 h 327288"/>
              <a:gd name="csX9" fmla="*/ 92893 w 104184"/>
              <a:gd name="csY9" fmla="*/ 150066 h 327288"/>
              <a:gd name="csX0" fmla="*/ 92893 w 104184"/>
              <a:gd name="csY0" fmla="*/ 198834 h 376056"/>
              <a:gd name="csX1" fmla="*/ 94048 w 104184"/>
              <a:gd name="csY1" fmla="*/ 153236 h 376056"/>
              <a:gd name="csX2" fmla="*/ 72647 w 104184"/>
              <a:gd name="csY2" fmla="*/ 107483 h 376056"/>
              <a:gd name="csX3" fmla="*/ 58346 w 104184"/>
              <a:gd name="csY3" fmla="*/ 1597 h 376056"/>
              <a:gd name="csX4" fmla="*/ 27956 w 104184"/>
              <a:gd name="csY4" fmla="*/ 52499 h 376056"/>
              <a:gd name="csX5" fmla="*/ 11209 w 104184"/>
              <a:gd name="csY5" fmla="*/ 239365 h 376056"/>
              <a:gd name="csX6" fmla="*/ 6747 w 104184"/>
              <a:gd name="csY6" fmla="*/ 330630 h 376056"/>
              <a:gd name="csX7" fmla="*/ 3662 w 104184"/>
              <a:gd name="csY7" fmla="*/ 371561 h 376056"/>
              <a:gd name="csX8" fmla="*/ 77617 w 104184"/>
              <a:gd name="csY8" fmla="*/ 373109 h 376056"/>
              <a:gd name="csX9" fmla="*/ 104184 w 104184"/>
              <a:gd name="csY9" fmla="*/ 373109 h 376056"/>
              <a:gd name="csX10" fmla="*/ 92893 w 104184"/>
              <a:gd name="csY10" fmla="*/ 198834 h 376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4184" h="376056">
                <a:moveTo>
                  <a:pt x="92893" y="198834"/>
                </a:moveTo>
                <a:cubicBezTo>
                  <a:pt x="86576" y="162189"/>
                  <a:pt x="97422" y="168461"/>
                  <a:pt x="94048" y="153236"/>
                </a:cubicBezTo>
                <a:cubicBezTo>
                  <a:pt x="90674" y="138011"/>
                  <a:pt x="79258" y="121172"/>
                  <a:pt x="72647" y="107483"/>
                </a:cubicBezTo>
                <a:cubicBezTo>
                  <a:pt x="66036" y="93794"/>
                  <a:pt x="65795" y="10761"/>
                  <a:pt x="58346" y="1597"/>
                </a:cubicBezTo>
                <a:cubicBezTo>
                  <a:pt x="50898" y="-7567"/>
                  <a:pt x="35151" y="24454"/>
                  <a:pt x="27956" y="52499"/>
                </a:cubicBezTo>
                <a:cubicBezTo>
                  <a:pt x="10293" y="163027"/>
                  <a:pt x="-638" y="127544"/>
                  <a:pt x="11209" y="239365"/>
                </a:cubicBezTo>
                <a:cubicBezTo>
                  <a:pt x="6686" y="303129"/>
                  <a:pt x="3144" y="317690"/>
                  <a:pt x="6747" y="330630"/>
                </a:cubicBezTo>
                <a:cubicBezTo>
                  <a:pt x="8388" y="351576"/>
                  <a:pt x="-6700" y="363032"/>
                  <a:pt x="3662" y="371561"/>
                </a:cubicBezTo>
                <a:cubicBezTo>
                  <a:pt x="7539" y="385458"/>
                  <a:pt x="66552" y="361620"/>
                  <a:pt x="77617" y="373109"/>
                </a:cubicBezTo>
                <a:lnTo>
                  <a:pt x="104184" y="373109"/>
                </a:lnTo>
                <a:cubicBezTo>
                  <a:pt x="83289" y="322261"/>
                  <a:pt x="101078" y="253129"/>
                  <a:pt x="92893" y="198834"/>
                </a:cubicBezTo>
                <a:close/>
              </a:path>
            </a:pathLst>
          </a:custGeom>
          <a:gradFill flip="none" rotWithShape="1">
            <a:gsLst>
              <a:gs pos="0">
                <a:srgbClr val="680000"/>
              </a:gs>
              <a:gs pos="10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1" name="Freeform 25">
            <a:extLst>
              <a:ext uri="{FF2B5EF4-FFF2-40B4-BE49-F238E27FC236}">
                <a16:creationId xmlns:a16="http://schemas.microsoft.com/office/drawing/2014/main" id="{AFA37596-0407-1E5E-C13C-6CF210A44A12}"/>
              </a:ext>
            </a:extLst>
          </p:cNvPr>
          <p:cNvSpPr/>
          <p:nvPr/>
        </p:nvSpPr>
        <p:spPr>
          <a:xfrm rot="19671096">
            <a:off x="171655" y="-157120"/>
            <a:ext cx="519385" cy="79484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2" name="Arc 31">
            <a:extLst>
              <a:ext uri="{FF2B5EF4-FFF2-40B4-BE49-F238E27FC236}">
                <a16:creationId xmlns:a16="http://schemas.microsoft.com/office/drawing/2014/main" id="{43745DB0-1C61-61E3-960B-B4B95CD7DB1E}"/>
              </a:ext>
            </a:extLst>
          </p:cNvPr>
          <p:cNvSpPr/>
          <p:nvPr/>
        </p:nvSpPr>
        <p:spPr>
          <a:xfrm rot="20828105">
            <a:off x="277028" y="164696"/>
            <a:ext cx="663813" cy="2177506"/>
          </a:xfrm>
          <a:prstGeom prst="arc">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33" name="Freeform: Shape 32">
            <a:extLst>
              <a:ext uri="{FF2B5EF4-FFF2-40B4-BE49-F238E27FC236}">
                <a16:creationId xmlns:a16="http://schemas.microsoft.com/office/drawing/2014/main" id="{C9D6806E-5553-1426-C909-CEAD3EE79C0E}"/>
              </a:ext>
            </a:extLst>
          </p:cNvPr>
          <p:cNvSpPr/>
          <p:nvPr/>
        </p:nvSpPr>
        <p:spPr>
          <a:xfrm>
            <a:off x="893852" y="328774"/>
            <a:ext cx="1263721" cy="1387011"/>
          </a:xfrm>
          <a:custGeom>
            <a:avLst/>
            <a:gdLst>
              <a:gd name="csX0" fmla="*/ 0 w 1263721"/>
              <a:gd name="csY0" fmla="*/ 1387011 h 1387011"/>
              <a:gd name="csX1" fmla="*/ 297950 w 1263721"/>
              <a:gd name="csY1" fmla="*/ 852755 h 1387011"/>
              <a:gd name="csX2" fmla="*/ 421240 w 1263721"/>
              <a:gd name="csY2" fmla="*/ 462337 h 1387011"/>
              <a:gd name="csX3" fmla="*/ 914400 w 1263721"/>
              <a:gd name="csY3" fmla="*/ 287676 h 1387011"/>
              <a:gd name="csX4" fmla="*/ 1068512 w 1263721"/>
              <a:gd name="csY4" fmla="*/ 102741 h 1387011"/>
              <a:gd name="csX5" fmla="*/ 1263721 w 1263721"/>
              <a:gd name="csY5" fmla="*/ 0 h 1387011"/>
              <a:gd name="csX6" fmla="*/ 1263721 w 1263721"/>
              <a:gd name="csY6" fmla="*/ 0 h 13870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63721" h="1387011">
                <a:moveTo>
                  <a:pt x="0" y="1387011"/>
                </a:moveTo>
                <a:cubicBezTo>
                  <a:pt x="113871" y="1196939"/>
                  <a:pt x="227743" y="1006867"/>
                  <a:pt x="297950" y="852755"/>
                </a:cubicBezTo>
                <a:cubicBezTo>
                  <a:pt x="368157" y="698643"/>
                  <a:pt x="318498" y="556517"/>
                  <a:pt x="421240" y="462337"/>
                </a:cubicBezTo>
                <a:cubicBezTo>
                  <a:pt x="523982" y="368157"/>
                  <a:pt x="806521" y="347609"/>
                  <a:pt x="914400" y="287676"/>
                </a:cubicBezTo>
                <a:cubicBezTo>
                  <a:pt x="1022279" y="227743"/>
                  <a:pt x="1010292" y="150687"/>
                  <a:pt x="1068512" y="102741"/>
                </a:cubicBezTo>
                <a:cubicBezTo>
                  <a:pt x="1126732" y="54795"/>
                  <a:pt x="1263721" y="0"/>
                  <a:pt x="1263721" y="0"/>
                </a:cubicBezTo>
                <a:lnTo>
                  <a:pt x="1263721" y="0"/>
                </a:lnTo>
              </a:path>
            </a:pathLst>
          </a:cu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34" name="Freeform: Shape 33">
            <a:extLst>
              <a:ext uri="{FF2B5EF4-FFF2-40B4-BE49-F238E27FC236}">
                <a16:creationId xmlns:a16="http://schemas.microsoft.com/office/drawing/2014/main" id="{2A222BB0-553B-21A9-1B15-E274D5BDE354}"/>
              </a:ext>
            </a:extLst>
          </p:cNvPr>
          <p:cNvSpPr/>
          <p:nvPr/>
        </p:nvSpPr>
        <p:spPr>
          <a:xfrm>
            <a:off x="1190624" y="82194"/>
            <a:ext cx="494338" cy="1047964"/>
          </a:xfrm>
          <a:custGeom>
            <a:avLst/>
            <a:gdLst>
              <a:gd name="csX0" fmla="*/ 1178 w 494338"/>
              <a:gd name="csY0" fmla="*/ 1047964 h 1047964"/>
              <a:gd name="csX1" fmla="*/ 42275 w 494338"/>
              <a:gd name="csY1" fmla="*/ 626724 h 1047964"/>
              <a:gd name="csX2" fmla="*/ 278580 w 494338"/>
              <a:gd name="csY2" fmla="*/ 195209 h 1047964"/>
              <a:gd name="csX3" fmla="*/ 494338 w 494338"/>
              <a:gd name="csY3" fmla="*/ 0 h 1047964"/>
              <a:gd name="csX4" fmla="*/ 494338 w 494338"/>
              <a:gd name="csY4" fmla="*/ 0 h 1047964"/>
            </a:gdLst>
            <a:ahLst/>
            <a:cxnLst>
              <a:cxn ang="0">
                <a:pos x="csX0" y="csY0"/>
              </a:cxn>
              <a:cxn ang="0">
                <a:pos x="csX1" y="csY1"/>
              </a:cxn>
              <a:cxn ang="0">
                <a:pos x="csX2" y="csY2"/>
              </a:cxn>
              <a:cxn ang="0">
                <a:pos x="csX3" y="csY3"/>
              </a:cxn>
              <a:cxn ang="0">
                <a:pos x="csX4" y="csY4"/>
              </a:cxn>
            </a:cxnLst>
            <a:rect l="l" t="t" r="r" b="b"/>
            <a:pathLst>
              <a:path w="494338" h="1047964">
                <a:moveTo>
                  <a:pt x="1178" y="1047964"/>
                </a:moveTo>
                <a:cubicBezTo>
                  <a:pt x="-1391" y="908407"/>
                  <a:pt x="-3959" y="768850"/>
                  <a:pt x="42275" y="626724"/>
                </a:cubicBezTo>
                <a:cubicBezTo>
                  <a:pt x="88509" y="484598"/>
                  <a:pt x="203236" y="299663"/>
                  <a:pt x="278580" y="195209"/>
                </a:cubicBezTo>
                <a:cubicBezTo>
                  <a:pt x="353924" y="90755"/>
                  <a:pt x="494338" y="0"/>
                  <a:pt x="494338" y="0"/>
                </a:cubicBezTo>
                <a:lnTo>
                  <a:pt x="494338" y="0"/>
                </a:lnTo>
              </a:path>
            </a:pathLst>
          </a:cu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
        <p:nvSpPr>
          <p:cNvPr id="12" name="Freeform: Shape 11">
            <a:extLst>
              <a:ext uri="{FF2B5EF4-FFF2-40B4-BE49-F238E27FC236}">
                <a16:creationId xmlns:a16="http://schemas.microsoft.com/office/drawing/2014/main" id="{3517FF33-1D0D-F308-4CAD-EEBEC989D6DB}"/>
              </a:ext>
            </a:extLst>
          </p:cNvPr>
          <p:cNvSpPr/>
          <p:nvPr/>
        </p:nvSpPr>
        <p:spPr>
          <a:xfrm>
            <a:off x="0" y="6571489"/>
            <a:ext cx="1981126" cy="65646"/>
          </a:xfrm>
          <a:custGeom>
            <a:avLst/>
            <a:gdLst>
              <a:gd name="csX0" fmla="*/ 0 w 2065106"/>
              <a:gd name="csY0" fmla="*/ 71919 h 143838"/>
              <a:gd name="csX1" fmla="*/ 328773 w 2065106"/>
              <a:gd name="csY1" fmla="*/ 113016 h 143838"/>
              <a:gd name="csX2" fmla="*/ 523982 w 2065106"/>
              <a:gd name="csY2" fmla="*/ 143838 h 143838"/>
              <a:gd name="csX3" fmla="*/ 811658 w 2065106"/>
              <a:gd name="csY3" fmla="*/ 133564 h 143838"/>
              <a:gd name="csX4" fmla="*/ 955497 w 2065106"/>
              <a:gd name="csY4" fmla="*/ 102742 h 143838"/>
              <a:gd name="csX5" fmla="*/ 1089061 w 2065106"/>
              <a:gd name="csY5" fmla="*/ 82193 h 143838"/>
              <a:gd name="csX6" fmla="*/ 1171254 w 2065106"/>
              <a:gd name="csY6" fmla="*/ 51371 h 143838"/>
              <a:gd name="csX7" fmla="*/ 1315092 w 2065106"/>
              <a:gd name="csY7" fmla="*/ 10274 h 143838"/>
              <a:gd name="csX8" fmla="*/ 1345915 w 2065106"/>
              <a:gd name="csY8" fmla="*/ 0 h 143838"/>
              <a:gd name="csX9" fmla="*/ 1469204 w 2065106"/>
              <a:gd name="csY9" fmla="*/ 10274 h 143838"/>
              <a:gd name="csX10" fmla="*/ 1541124 w 2065106"/>
              <a:gd name="csY10" fmla="*/ 41097 h 143838"/>
              <a:gd name="csX11" fmla="*/ 1654139 w 2065106"/>
              <a:gd name="csY11" fmla="*/ 61645 h 143838"/>
              <a:gd name="csX12" fmla="*/ 1736333 w 2065106"/>
              <a:gd name="csY12" fmla="*/ 71919 h 143838"/>
              <a:gd name="csX13" fmla="*/ 2065106 w 2065106"/>
              <a:gd name="csY13" fmla="*/ 71919 h 143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5106" h="143838">
                <a:moveTo>
                  <a:pt x="0" y="71919"/>
                </a:moveTo>
                <a:lnTo>
                  <a:pt x="328773" y="113016"/>
                </a:lnTo>
                <a:cubicBezTo>
                  <a:pt x="394037" y="121974"/>
                  <a:pt x="458166" y="141037"/>
                  <a:pt x="523982" y="143838"/>
                </a:cubicBezTo>
                <a:lnTo>
                  <a:pt x="811658" y="133564"/>
                </a:lnTo>
                <a:cubicBezTo>
                  <a:pt x="859604" y="123290"/>
                  <a:pt x="907282" y="111671"/>
                  <a:pt x="955497" y="102742"/>
                </a:cubicBezTo>
                <a:cubicBezTo>
                  <a:pt x="999789" y="94540"/>
                  <a:pt x="1045241" y="92626"/>
                  <a:pt x="1089061" y="82193"/>
                </a:cubicBezTo>
                <a:cubicBezTo>
                  <a:pt x="1117526" y="75416"/>
                  <a:pt x="1143371" y="60243"/>
                  <a:pt x="1171254" y="51371"/>
                </a:cubicBezTo>
                <a:cubicBezTo>
                  <a:pt x="1218771" y="36252"/>
                  <a:pt x="1267786" y="26042"/>
                  <a:pt x="1315092" y="10274"/>
                </a:cubicBezTo>
                <a:lnTo>
                  <a:pt x="1345915" y="0"/>
                </a:lnTo>
                <a:cubicBezTo>
                  <a:pt x="1387011" y="3425"/>
                  <a:pt x="1428327" y="4824"/>
                  <a:pt x="1469204" y="10274"/>
                </a:cubicBezTo>
                <a:cubicBezTo>
                  <a:pt x="1499132" y="14264"/>
                  <a:pt x="1512154" y="31440"/>
                  <a:pt x="1541124" y="41097"/>
                </a:cubicBezTo>
                <a:cubicBezTo>
                  <a:pt x="1554399" y="45522"/>
                  <a:pt x="1645083" y="60351"/>
                  <a:pt x="1654139" y="61645"/>
                </a:cubicBezTo>
                <a:cubicBezTo>
                  <a:pt x="1681473" y="65550"/>
                  <a:pt x="1708730" y="71229"/>
                  <a:pt x="1736333" y="71919"/>
                </a:cubicBezTo>
                <a:cubicBezTo>
                  <a:pt x="1845890" y="74658"/>
                  <a:pt x="1955515" y="71919"/>
                  <a:pt x="2065106" y="71919"/>
                </a:cubicBezTo>
              </a:path>
            </a:pathLst>
          </a:cu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12">
            <a:extLst>
              <a:ext uri="{FF2B5EF4-FFF2-40B4-BE49-F238E27FC236}">
                <a16:creationId xmlns:a16="http://schemas.microsoft.com/office/drawing/2014/main" id="{0734F010-BF38-20A2-B230-2B5DF1DCD18F}"/>
              </a:ext>
            </a:extLst>
          </p:cNvPr>
          <p:cNvSpPr>
            <a:spLocks noGrp="1"/>
          </p:cNvSpPr>
          <p:nvPr>
            <p:ph type="sldNum" sz="quarter" idx="12"/>
          </p:nvPr>
        </p:nvSpPr>
        <p:spPr/>
        <p:txBody>
          <a:bodyPr/>
          <a:lstStyle/>
          <a:p>
            <a:fld id="{511E72FE-814A-43D7-AA66-638DB960BCF9}" type="slidenum">
              <a:rPr lang="en-US" smtClean="0"/>
              <a:t>10</a:t>
            </a:fld>
            <a:endParaRPr lang="en-US"/>
          </a:p>
        </p:txBody>
      </p:sp>
      <p:sp>
        <p:nvSpPr>
          <p:cNvPr id="15" name="Arrow: Pentagon 14">
            <a:extLst>
              <a:ext uri="{FF2B5EF4-FFF2-40B4-BE49-F238E27FC236}">
                <a16:creationId xmlns:a16="http://schemas.microsoft.com/office/drawing/2014/main" id="{65906E5B-A915-86FB-CA2A-C53B70D806E3}"/>
              </a:ext>
            </a:extLst>
          </p:cNvPr>
          <p:cNvSpPr/>
          <p:nvPr/>
        </p:nvSpPr>
        <p:spPr>
          <a:xfrm>
            <a:off x="2739476" y="57053"/>
            <a:ext cx="8930554" cy="521515"/>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t>How does stem CO</a:t>
            </a:r>
            <a:r>
              <a:rPr lang="en-US" sz="2000" baseline="-25000" dirty="0"/>
              <a:t>2</a:t>
            </a:r>
            <a:r>
              <a:rPr lang="en-US" sz="2000" dirty="0"/>
              <a:t>, CH₄ and N₂O fluxes change with an increase with height ?</a:t>
            </a:r>
          </a:p>
        </p:txBody>
      </p:sp>
      <p:sp>
        <p:nvSpPr>
          <p:cNvPr id="16" name="TextBox 15">
            <a:extLst>
              <a:ext uri="{FF2B5EF4-FFF2-40B4-BE49-F238E27FC236}">
                <a16:creationId xmlns:a16="http://schemas.microsoft.com/office/drawing/2014/main" id="{33CE6D6F-6816-35BF-EFFD-556690CE8F5A}"/>
              </a:ext>
            </a:extLst>
          </p:cNvPr>
          <p:cNvSpPr txBox="1"/>
          <p:nvPr/>
        </p:nvSpPr>
        <p:spPr>
          <a:xfrm>
            <a:off x="5395313" y="2388772"/>
            <a:ext cx="6430573" cy="2246769"/>
          </a:xfrm>
          <a:prstGeom prst="rect">
            <a:avLst/>
          </a:prstGeom>
          <a:noFill/>
        </p:spPr>
        <p:txBody>
          <a:bodyPr wrap="square">
            <a:spAutoFit/>
          </a:bodyPr>
          <a:lstStyle/>
          <a:p>
            <a:pPr marL="342900" indent="-342900">
              <a:buFont typeface="Courier New" panose="02070309020205020404" pitchFamily="49" charset="0"/>
              <a:buChar char="o"/>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There were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no clear vertical patterns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of CH₄ flux along the tree stems: </a:t>
            </a:r>
          </a:p>
          <a:p>
            <a:pPr marL="800100" lvl="1" indent="-342900">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At 1.3 m, only Tr1 emitted CH</a:t>
            </a:r>
            <a:r>
              <a:rPr lang="en-US" sz="2000" baseline="-25000" dirty="0">
                <a:effectLst/>
                <a:latin typeface="Times New Roman" panose="02020603050405020304" pitchFamily="18" charset="0"/>
                <a:ea typeface="Times New Roman" panose="02020603050405020304" pitchFamily="18" charset="0"/>
                <a:cs typeface="Times New Roman" panose="02020603050405020304" pitchFamily="18" charset="0"/>
              </a:rPr>
              <a:t>4</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while</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at the heights of 5 m, only Tr3 emitted. </a:t>
            </a:r>
          </a:p>
          <a:p>
            <a:pPr marL="800100" lvl="1" indent="-342900">
              <a:buFont typeface="Arial" panose="020B0604020202020204" pitchFamily="34" charset="0"/>
              <a:buChar char="•"/>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No clear pivotal point for the change in the flux behavior</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DDA96B43-7AD1-ECC0-C88D-1E1C272CA4E8}"/>
              </a:ext>
            </a:extLst>
          </p:cNvPr>
          <p:cNvPicPr>
            <a:picLocks noChangeAspect="1"/>
          </p:cNvPicPr>
          <p:nvPr/>
        </p:nvPicPr>
        <p:blipFill>
          <a:blip r:embed="rId4"/>
          <a:stretch>
            <a:fillRect/>
          </a:stretch>
        </p:blipFill>
        <p:spPr>
          <a:xfrm rot="5400000">
            <a:off x="3178230" y="5397339"/>
            <a:ext cx="357348" cy="2422024"/>
          </a:xfrm>
          <a:prstGeom prst="rect">
            <a:avLst/>
          </a:prstGeom>
        </p:spPr>
      </p:pic>
    </p:spTree>
    <p:extLst>
      <p:ext uri="{BB962C8B-B14F-4D97-AF65-F5344CB8AC3E}">
        <p14:creationId xmlns:p14="http://schemas.microsoft.com/office/powerpoint/2010/main" val="2836933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3C942-8C3D-356E-D1A6-C643C0863F95}"/>
            </a:ext>
          </a:extLst>
        </p:cNvPr>
        <p:cNvGrpSpPr/>
        <p:nvPr/>
      </p:nvGrpSpPr>
      <p:grpSpPr>
        <a:xfrm>
          <a:off x="0" y="0"/>
          <a:ext cx="0" cy="0"/>
          <a:chOff x="0" y="0"/>
          <a:chExt cx="0" cy="0"/>
        </a:xfrm>
      </p:grpSpPr>
      <p:sp>
        <p:nvSpPr>
          <p:cNvPr id="30" name="Freeform 25">
            <a:extLst>
              <a:ext uri="{FF2B5EF4-FFF2-40B4-BE49-F238E27FC236}">
                <a16:creationId xmlns:a16="http://schemas.microsoft.com/office/drawing/2014/main" id="{E69D0E13-43AA-37EE-ED85-7F827512BEA9}"/>
              </a:ext>
            </a:extLst>
          </p:cNvPr>
          <p:cNvSpPr/>
          <p:nvPr/>
        </p:nvSpPr>
        <p:spPr>
          <a:xfrm rot="9558032" flipH="1">
            <a:off x="1879769" y="594658"/>
            <a:ext cx="413228" cy="868880"/>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pic>
        <p:nvPicPr>
          <p:cNvPr id="29" name="Picture 28">
            <a:extLst>
              <a:ext uri="{FF2B5EF4-FFF2-40B4-BE49-F238E27FC236}">
                <a16:creationId xmlns:a16="http://schemas.microsoft.com/office/drawing/2014/main" id="{D81C2D5F-B235-3692-21CD-800AFA3BEBCA}"/>
              </a:ext>
            </a:extLst>
          </p:cNvPr>
          <p:cNvPicPr>
            <a:picLocks noChangeAspect="1"/>
          </p:cNvPicPr>
          <p:nvPr/>
        </p:nvPicPr>
        <p:blipFill>
          <a:blip r:embed="rId2"/>
          <a:stretch>
            <a:fillRect/>
          </a:stretch>
        </p:blipFill>
        <p:spPr>
          <a:xfrm rot="5719328">
            <a:off x="1207821" y="-381252"/>
            <a:ext cx="1694570" cy="1830692"/>
          </a:xfrm>
          <a:prstGeom prst="rect">
            <a:avLst/>
          </a:prstGeom>
        </p:spPr>
      </p:pic>
      <p:pic>
        <p:nvPicPr>
          <p:cNvPr id="25" name="Picture 24">
            <a:extLst>
              <a:ext uri="{FF2B5EF4-FFF2-40B4-BE49-F238E27FC236}">
                <a16:creationId xmlns:a16="http://schemas.microsoft.com/office/drawing/2014/main" id="{49FE3680-87D1-0CA0-260C-8776CD153256}"/>
              </a:ext>
            </a:extLst>
          </p:cNvPr>
          <p:cNvPicPr>
            <a:picLocks noChangeAspect="1"/>
          </p:cNvPicPr>
          <p:nvPr/>
        </p:nvPicPr>
        <p:blipFill>
          <a:blip r:embed="rId2"/>
          <a:stretch>
            <a:fillRect/>
          </a:stretch>
        </p:blipFill>
        <p:spPr>
          <a:xfrm rot="1288603">
            <a:off x="45145" y="-314880"/>
            <a:ext cx="2328510" cy="2206854"/>
          </a:xfrm>
          <a:prstGeom prst="rect">
            <a:avLst/>
          </a:prstGeom>
        </p:spPr>
      </p:pic>
      <p:pic>
        <p:nvPicPr>
          <p:cNvPr id="21" name="Picture 20">
            <a:extLst>
              <a:ext uri="{FF2B5EF4-FFF2-40B4-BE49-F238E27FC236}">
                <a16:creationId xmlns:a16="http://schemas.microsoft.com/office/drawing/2014/main" id="{70432228-8B10-E705-1129-45CA57B91C4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79466" y="837595"/>
            <a:ext cx="3996430" cy="6045882"/>
          </a:xfrm>
          <a:prstGeom prst="rect">
            <a:avLst/>
          </a:prstGeom>
        </p:spPr>
      </p:pic>
      <p:sp>
        <p:nvSpPr>
          <p:cNvPr id="5" name="Freeform 26">
            <a:extLst>
              <a:ext uri="{FF2B5EF4-FFF2-40B4-BE49-F238E27FC236}">
                <a16:creationId xmlns:a16="http://schemas.microsoft.com/office/drawing/2014/main" id="{53929E3B-7133-3363-0157-56DD1C7B8A3D}"/>
              </a:ext>
            </a:extLst>
          </p:cNvPr>
          <p:cNvSpPr/>
          <p:nvPr/>
        </p:nvSpPr>
        <p:spPr>
          <a:xfrm rot="21337779">
            <a:off x="1068147" y="1700099"/>
            <a:ext cx="811409" cy="415251"/>
          </a:xfrm>
          <a:custGeom>
            <a:avLst/>
            <a:gdLst>
              <a:gd name="connsiteX0" fmla="*/ 160190 w 217980"/>
              <a:gd name="connsiteY0" fmla="*/ 14651 h 158628"/>
              <a:gd name="connsiteX1" fmla="*/ 214904 w 217980"/>
              <a:gd name="connsiteY1" fmla="*/ 41798 h 158628"/>
              <a:gd name="connsiteX2" fmla="*/ 213181 w 217980"/>
              <a:gd name="connsiteY2" fmla="*/ 53864 h 158628"/>
              <a:gd name="connsiteX3" fmla="*/ 85659 w 217980"/>
              <a:gd name="connsiteY3" fmla="*/ 157714 h 158628"/>
              <a:gd name="connsiteX4" fmla="*/ 788 w 217980"/>
              <a:gd name="connsiteY4" fmla="*/ 61836 h 158628"/>
              <a:gd name="connsiteX5" fmla="*/ 89536 w 217980"/>
              <a:gd name="connsiteY5" fmla="*/ 0 h 158628"/>
              <a:gd name="connsiteX6" fmla="*/ 97076 w 217980"/>
              <a:gd name="connsiteY6" fmla="*/ 0 h 158628"/>
              <a:gd name="connsiteX7" fmla="*/ 159975 w 217980"/>
              <a:gd name="connsiteY7" fmla="*/ 14651 h 15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0" h="158628">
                <a:moveTo>
                  <a:pt x="160190" y="14651"/>
                </a:moveTo>
                <a:cubicBezTo>
                  <a:pt x="175484" y="21761"/>
                  <a:pt x="192932" y="27794"/>
                  <a:pt x="214904" y="41798"/>
                </a:cubicBezTo>
                <a:cubicBezTo>
                  <a:pt x="219643" y="44815"/>
                  <a:pt x="218781" y="52140"/>
                  <a:pt x="213181" y="53864"/>
                </a:cubicBezTo>
                <a:cubicBezTo>
                  <a:pt x="141665" y="75625"/>
                  <a:pt x="150712" y="147372"/>
                  <a:pt x="85659" y="157714"/>
                </a:cubicBezTo>
                <a:cubicBezTo>
                  <a:pt x="30514" y="166332"/>
                  <a:pt x="-5890" y="112468"/>
                  <a:pt x="788" y="61836"/>
                </a:cubicBezTo>
                <a:cubicBezTo>
                  <a:pt x="6819" y="16590"/>
                  <a:pt x="49039" y="0"/>
                  <a:pt x="89536" y="0"/>
                </a:cubicBezTo>
                <a:cubicBezTo>
                  <a:pt x="92121" y="0"/>
                  <a:pt x="94491" y="0"/>
                  <a:pt x="97076" y="0"/>
                </a:cubicBezTo>
                <a:cubicBezTo>
                  <a:pt x="118401" y="1077"/>
                  <a:pt x="140588" y="5602"/>
                  <a:pt x="159975" y="1465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6" name="Rectangle 5">
            <a:extLst>
              <a:ext uri="{FF2B5EF4-FFF2-40B4-BE49-F238E27FC236}">
                <a16:creationId xmlns:a16="http://schemas.microsoft.com/office/drawing/2014/main" id="{94D02968-1072-F405-7CDD-D233C530C333}"/>
              </a:ext>
            </a:extLst>
          </p:cNvPr>
          <p:cNvSpPr/>
          <p:nvPr/>
        </p:nvSpPr>
        <p:spPr>
          <a:xfrm>
            <a:off x="-1" y="6591415"/>
            <a:ext cx="1981127" cy="487480"/>
          </a:xfrm>
          <a:prstGeom prst="rect">
            <a:avLst/>
          </a:prstGeom>
          <a:gradFill flip="none" rotWithShape="1">
            <a:gsLst>
              <a:gs pos="0">
                <a:srgbClr val="680000">
                  <a:tint val="66000"/>
                  <a:satMod val="160000"/>
                </a:srgbClr>
              </a:gs>
              <a:gs pos="50000">
                <a:srgbClr val="680000">
                  <a:tint val="44500"/>
                  <a:satMod val="160000"/>
                </a:srgbClr>
              </a:gs>
              <a:gs pos="100000">
                <a:srgbClr val="680000">
                  <a:tint val="23500"/>
                  <a:satMod val="160000"/>
                </a:srgbClr>
              </a:gs>
            </a:gsLst>
            <a:lin ang="5400000" scaled="1"/>
            <a:tileRect/>
          </a:gra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sp>
        <p:nvSpPr>
          <p:cNvPr id="3" name="Freeform 25">
            <a:extLst>
              <a:ext uri="{FF2B5EF4-FFF2-40B4-BE49-F238E27FC236}">
                <a16:creationId xmlns:a16="http://schemas.microsoft.com/office/drawing/2014/main" id="{16CC36F2-BC94-3008-E6A7-906FEC0CF13C}"/>
              </a:ext>
            </a:extLst>
          </p:cNvPr>
          <p:cNvSpPr/>
          <p:nvPr/>
        </p:nvSpPr>
        <p:spPr>
          <a:xfrm rot="716734" flipH="1">
            <a:off x="917072" y="529873"/>
            <a:ext cx="259168" cy="663772"/>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4" name="Freeform 25">
            <a:extLst>
              <a:ext uri="{FF2B5EF4-FFF2-40B4-BE49-F238E27FC236}">
                <a16:creationId xmlns:a16="http://schemas.microsoft.com/office/drawing/2014/main" id="{609C22B5-4915-8617-89C9-7FA84B433476}"/>
              </a:ext>
            </a:extLst>
          </p:cNvPr>
          <p:cNvSpPr/>
          <p:nvPr/>
        </p:nvSpPr>
        <p:spPr>
          <a:xfrm>
            <a:off x="550824" y="1940192"/>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7" name="Freeform 28">
            <a:extLst>
              <a:ext uri="{FF2B5EF4-FFF2-40B4-BE49-F238E27FC236}">
                <a16:creationId xmlns:a16="http://schemas.microsoft.com/office/drawing/2014/main" id="{4CC2C98C-8D20-6764-E667-C5CC79E442FC}"/>
              </a:ext>
            </a:extLst>
          </p:cNvPr>
          <p:cNvSpPr/>
          <p:nvPr/>
        </p:nvSpPr>
        <p:spPr>
          <a:xfrm>
            <a:off x="575813" y="2104785"/>
            <a:ext cx="1109149" cy="3525458"/>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456" h="1346745">
                <a:moveTo>
                  <a:pt x="137716" y="368860"/>
                </a:moveTo>
                <a:cubicBezTo>
                  <a:pt x="137716" y="356579"/>
                  <a:pt x="137716" y="344298"/>
                  <a:pt x="137285" y="332017"/>
                </a:cubicBezTo>
                <a:cubicBezTo>
                  <a:pt x="134053" y="217395"/>
                  <a:pt x="111436" y="100618"/>
                  <a:pt x="54999" y="0"/>
                </a:cubicBezTo>
                <a:cubicBezTo>
                  <a:pt x="128453" y="140908"/>
                  <a:pt x="136639" y="305301"/>
                  <a:pt x="120268" y="460644"/>
                </a:cubicBezTo>
                <a:cubicBezTo>
                  <a:pt x="107127" y="587548"/>
                  <a:pt x="77617" y="716606"/>
                  <a:pt x="57799" y="842648"/>
                </a:cubicBezTo>
                <a:cubicBezTo>
                  <a:pt x="40136" y="953176"/>
                  <a:pt x="-638" y="1098233"/>
                  <a:pt x="11209" y="1210054"/>
                </a:cubicBezTo>
                <a:cubicBezTo>
                  <a:pt x="6686" y="1273818"/>
                  <a:pt x="3144" y="1288379"/>
                  <a:pt x="6747" y="1301319"/>
                </a:cubicBezTo>
                <a:cubicBezTo>
                  <a:pt x="8388" y="1322265"/>
                  <a:pt x="-6700" y="1333721"/>
                  <a:pt x="3662" y="1342250"/>
                </a:cubicBezTo>
                <a:cubicBezTo>
                  <a:pt x="7539" y="1356147"/>
                  <a:pt x="66552" y="1332309"/>
                  <a:pt x="77617" y="1343798"/>
                </a:cubicBezTo>
                <a:lnTo>
                  <a:pt x="120052" y="1343798"/>
                </a:lnTo>
                <a:cubicBezTo>
                  <a:pt x="99157" y="1292950"/>
                  <a:pt x="85371" y="1239517"/>
                  <a:pt x="77186" y="1185222"/>
                </a:cubicBezTo>
                <a:cubicBezTo>
                  <a:pt x="60815" y="1072754"/>
                  <a:pt x="67923" y="958347"/>
                  <a:pt x="82355" y="846095"/>
                </a:cubicBezTo>
                <a:cubicBezTo>
                  <a:pt x="99588" y="711435"/>
                  <a:pt x="127160" y="575913"/>
                  <a:pt x="135346" y="439745"/>
                </a:cubicBezTo>
                <a:cubicBezTo>
                  <a:pt x="138147" y="392991"/>
                  <a:pt x="161841" y="349900"/>
                  <a:pt x="200615" y="323614"/>
                </a:cubicBezTo>
                <a:cubicBezTo>
                  <a:pt x="200830" y="323614"/>
                  <a:pt x="201046" y="323184"/>
                  <a:pt x="201476" y="322968"/>
                </a:cubicBezTo>
                <a:cubicBezTo>
                  <a:pt x="228618" y="304654"/>
                  <a:pt x="260283" y="292373"/>
                  <a:pt x="293456" y="288495"/>
                </a:cubicBezTo>
                <a:cubicBezTo>
                  <a:pt x="232280" y="291512"/>
                  <a:pt x="174981" y="320383"/>
                  <a:pt x="137931" y="368860"/>
                </a:cubicBezTo>
                <a:lnTo>
                  <a:pt x="137716" y="368860"/>
                </a:lnTo>
                <a:close/>
              </a:path>
            </a:pathLst>
          </a:custGeom>
          <a:gradFill flip="none" rotWithShape="1">
            <a:gsLst>
              <a:gs pos="0">
                <a:srgbClr val="68000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0" name="Freeform 25">
            <a:extLst>
              <a:ext uri="{FF2B5EF4-FFF2-40B4-BE49-F238E27FC236}">
                <a16:creationId xmlns:a16="http://schemas.microsoft.com/office/drawing/2014/main" id="{DB810D56-00F7-F8D7-A398-E3648FFAD18D}"/>
              </a:ext>
            </a:extLst>
          </p:cNvPr>
          <p:cNvSpPr/>
          <p:nvPr/>
        </p:nvSpPr>
        <p:spPr>
          <a:xfrm>
            <a:off x="412653" y="919704"/>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8" name="Freeform 28">
            <a:extLst>
              <a:ext uri="{FF2B5EF4-FFF2-40B4-BE49-F238E27FC236}">
                <a16:creationId xmlns:a16="http://schemas.microsoft.com/office/drawing/2014/main" id="{3B68018E-9F08-C81E-6425-4C885390D1EB}"/>
              </a:ext>
            </a:extLst>
          </p:cNvPr>
          <p:cNvSpPr/>
          <p:nvPr/>
        </p:nvSpPr>
        <p:spPr>
          <a:xfrm flipH="1">
            <a:off x="567698" y="862124"/>
            <a:ext cx="519385" cy="2082792"/>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61223" h="955203">
                <a:moveTo>
                  <a:pt x="105483" y="368860"/>
                </a:moveTo>
                <a:cubicBezTo>
                  <a:pt x="105483" y="356579"/>
                  <a:pt x="105483" y="344298"/>
                  <a:pt x="105052" y="332017"/>
                </a:cubicBezTo>
                <a:cubicBezTo>
                  <a:pt x="101820" y="217395"/>
                  <a:pt x="79203" y="100618"/>
                  <a:pt x="22766" y="0"/>
                </a:cubicBezTo>
                <a:cubicBezTo>
                  <a:pt x="96220" y="140908"/>
                  <a:pt x="104406" y="305301"/>
                  <a:pt x="88035" y="460644"/>
                </a:cubicBezTo>
                <a:cubicBezTo>
                  <a:pt x="74894" y="587548"/>
                  <a:pt x="20879" y="783328"/>
                  <a:pt x="1061" y="909370"/>
                </a:cubicBezTo>
                <a:cubicBezTo>
                  <a:pt x="-4761" y="989297"/>
                  <a:pt x="14894" y="942618"/>
                  <a:pt x="23071" y="932072"/>
                </a:cubicBezTo>
                <a:cubicBezTo>
                  <a:pt x="40080" y="853801"/>
                  <a:pt x="78895" y="541155"/>
                  <a:pt x="103113" y="439745"/>
                </a:cubicBezTo>
                <a:cubicBezTo>
                  <a:pt x="105914" y="392991"/>
                  <a:pt x="129608" y="349900"/>
                  <a:pt x="168382" y="323614"/>
                </a:cubicBezTo>
                <a:cubicBezTo>
                  <a:pt x="168597" y="323614"/>
                  <a:pt x="168813" y="323184"/>
                  <a:pt x="169243" y="322968"/>
                </a:cubicBezTo>
                <a:cubicBezTo>
                  <a:pt x="196385" y="304654"/>
                  <a:pt x="228050" y="292373"/>
                  <a:pt x="261223" y="288495"/>
                </a:cubicBezTo>
                <a:cubicBezTo>
                  <a:pt x="200047" y="291512"/>
                  <a:pt x="142748" y="320383"/>
                  <a:pt x="105698" y="368860"/>
                </a:cubicBezTo>
                <a:lnTo>
                  <a:pt x="105483" y="368860"/>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 name="Freeform 28">
            <a:extLst>
              <a:ext uri="{FF2B5EF4-FFF2-40B4-BE49-F238E27FC236}">
                <a16:creationId xmlns:a16="http://schemas.microsoft.com/office/drawing/2014/main" id="{2EA98317-82A2-3058-88BA-C271E74D6D51}"/>
              </a:ext>
            </a:extLst>
          </p:cNvPr>
          <p:cNvSpPr/>
          <p:nvPr/>
        </p:nvSpPr>
        <p:spPr>
          <a:xfrm>
            <a:off x="948573" y="1391638"/>
            <a:ext cx="623185" cy="83005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 name="csX0" fmla="*/ 82717 w 238457"/>
              <a:gd name="csY0" fmla="*/ 368860 h 932100"/>
              <a:gd name="csX1" fmla="*/ 82286 w 238457"/>
              <a:gd name="csY1" fmla="*/ 332017 h 932100"/>
              <a:gd name="csX2" fmla="*/ 0 w 238457"/>
              <a:gd name="csY2" fmla="*/ 0 h 932100"/>
              <a:gd name="csX3" fmla="*/ 65269 w 238457"/>
              <a:gd name="csY3" fmla="*/ 460644 h 932100"/>
              <a:gd name="csX4" fmla="*/ 305 w 238457"/>
              <a:gd name="csY4" fmla="*/ 932072 h 932100"/>
              <a:gd name="csX5" fmla="*/ 80347 w 238457"/>
              <a:gd name="csY5" fmla="*/ 439745 h 932100"/>
              <a:gd name="csX6" fmla="*/ 145616 w 238457"/>
              <a:gd name="csY6" fmla="*/ 323614 h 932100"/>
              <a:gd name="csX7" fmla="*/ 146477 w 238457"/>
              <a:gd name="csY7" fmla="*/ 322968 h 932100"/>
              <a:gd name="csX8" fmla="*/ 238457 w 238457"/>
              <a:gd name="csY8" fmla="*/ 288495 h 932100"/>
              <a:gd name="csX9" fmla="*/ 82932 w 238457"/>
              <a:gd name="csY9" fmla="*/ 368860 h 932100"/>
              <a:gd name="csX10" fmla="*/ 82717 w 238457"/>
              <a:gd name="csY10" fmla="*/ 368860 h 932100"/>
              <a:gd name="csX0" fmla="*/ 82717 w 238457"/>
              <a:gd name="csY0" fmla="*/ 368860 h 492900"/>
              <a:gd name="csX1" fmla="*/ 82286 w 238457"/>
              <a:gd name="csY1" fmla="*/ 332017 h 492900"/>
              <a:gd name="csX2" fmla="*/ 0 w 238457"/>
              <a:gd name="csY2" fmla="*/ 0 h 492900"/>
              <a:gd name="csX3" fmla="*/ 65269 w 238457"/>
              <a:gd name="csY3" fmla="*/ 460644 h 492900"/>
              <a:gd name="csX4" fmla="*/ 80347 w 238457"/>
              <a:gd name="csY4" fmla="*/ 439745 h 492900"/>
              <a:gd name="csX5" fmla="*/ 145616 w 238457"/>
              <a:gd name="csY5" fmla="*/ 323614 h 492900"/>
              <a:gd name="csX6" fmla="*/ 146477 w 238457"/>
              <a:gd name="csY6" fmla="*/ 322968 h 492900"/>
              <a:gd name="csX7" fmla="*/ 238457 w 238457"/>
              <a:gd name="csY7" fmla="*/ 288495 h 492900"/>
              <a:gd name="csX8" fmla="*/ 82932 w 238457"/>
              <a:gd name="csY8" fmla="*/ 368860 h 492900"/>
              <a:gd name="csX9" fmla="*/ 82717 w 238457"/>
              <a:gd name="csY9" fmla="*/ 368860 h 492900"/>
              <a:gd name="csX0" fmla="*/ 17448 w 173188"/>
              <a:gd name="csY0" fmla="*/ 256637 h 380677"/>
              <a:gd name="csX1" fmla="*/ 17017 w 173188"/>
              <a:gd name="csY1" fmla="*/ 219794 h 380677"/>
              <a:gd name="csX2" fmla="*/ 17938 w 173188"/>
              <a:gd name="csY2" fmla="*/ 0 h 380677"/>
              <a:gd name="csX3" fmla="*/ 0 w 173188"/>
              <a:gd name="csY3" fmla="*/ 348421 h 380677"/>
              <a:gd name="csX4" fmla="*/ 15078 w 173188"/>
              <a:gd name="csY4" fmla="*/ 327522 h 380677"/>
              <a:gd name="csX5" fmla="*/ 80347 w 173188"/>
              <a:gd name="csY5" fmla="*/ 211391 h 380677"/>
              <a:gd name="csX6" fmla="*/ 81208 w 173188"/>
              <a:gd name="csY6" fmla="*/ 210745 h 380677"/>
              <a:gd name="csX7" fmla="*/ 173188 w 173188"/>
              <a:gd name="csY7" fmla="*/ 176272 h 380677"/>
              <a:gd name="csX8" fmla="*/ 17663 w 173188"/>
              <a:gd name="csY8" fmla="*/ 256637 h 380677"/>
              <a:gd name="csX9" fmla="*/ 17448 w 173188"/>
              <a:gd name="csY9" fmla="*/ 256637 h 3806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3188" h="380677">
                <a:moveTo>
                  <a:pt x="17448" y="256637"/>
                </a:moveTo>
                <a:cubicBezTo>
                  <a:pt x="17448" y="244356"/>
                  <a:pt x="17448" y="232075"/>
                  <a:pt x="17017" y="219794"/>
                </a:cubicBezTo>
                <a:cubicBezTo>
                  <a:pt x="13785" y="105172"/>
                  <a:pt x="74375" y="100618"/>
                  <a:pt x="17938" y="0"/>
                </a:cubicBezTo>
                <a:cubicBezTo>
                  <a:pt x="91392" y="140908"/>
                  <a:pt x="16371" y="193078"/>
                  <a:pt x="0" y="348421"/>
                </a:cubicBezTo>
                <a:cubicBezTo>
                  <a:pt x="13391" y="421712"/>
                  <a:pt x="1687" y="350360"/>
                  <a:pt x="15078" y="327522"/>
                </a:cubicBezTo>
                <a:cubicBezTo>
                  <a:pt x="17879" y="280768"/>
                  <a:pt x="41573" y="237677"/>
                  <a:pt x="80347" y="211391"/>
                </a:cubicBezTo>
                <a:cubicBezTo>
                  <a:pt x="80562" y="211391"/>
                  <a:pt x="80778" y="210961"/>
                  <a:pt x="81208" y="210745"/>
                </a:cubicBezTo>
                <a:cubicBezTo>
                  <a:pt x="108350" y="192431"/>
                  <a:pt x="140015" y="180150"/>
                  <a:pt x="173188" y="176272"/>
                </a:cubicBezTo>
                <a:cubicBezTo>
                  <a:pt x="112012" y="179289"/>
                  <a:pt x="54713" y="208160"/>
                  <a:pt x="17663" y="256637"/>
                </a:cubicBezTo>
                <a:lnTo>
                  <a:pt x="17448" y="256637"/>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6" name="Freeform 28">
            <a:extLst>
              <a:ext uri="{FF2B5EF4-FFF2-40B4-BE49-F238E27FC236}">
                <a16:creationId xmlns:a16="http://schemas.microsoft.com/office/drawing/2014/main" id="{384B987D-E5E6-B779-BCB7-D53C75AAB838}"/>
              </a:ext>
            </a:extLst>
          </p:cNvPr>
          <p:cNvSpPr/>
          <p:nvPr/>
        </p:nvSpPr>
        <p:spPr>
          <a:xfrm>
            <a:off x="540251" y="4903256"/>
            <a:ext cx="519385" cy="183451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 name="csX0" fmla="*/ 137716 w 293456"/>
              <a:gd name="csY0" fmla="*/ 80365 h 1058250"/>
              <a:gd name="csX1" fmla="*/ 137285 w 293456"/>
              <a:gd name="csY1" fmla="*/ 43522 h 1058250"/>
              <a:gd name="csX2" fmla="*/ 120268 w 293456"/>
              <a:gd name="csY2" fmla="*/ 172149 h 1058250"/>
              <a:gd name="csX3" fmla="*/ 57799 w 293456"/>
              <a:gd name="csY3" fmla="*/ 554153 h 1058250"/>
              <a:gd name="csX4" fmla="*/ 11209 w 293456"/>
              <a:gd name="csY4" fmla="*/ 921559 h 1058250"/>
              <a:gd name="csX5" fmla="*/ 6747 w 293456"/>
              <a:gd name="csY5" fmla="*/ 1012824 h 1058250"/>
              <a:gd name="csX6" fmla="*/ 3662 w 293456"/>
              <a:gd name="csY6" fmla="*/ 1053755 h 1058250"/>
              <a:gd name="csX7" fmla="*/ 77617 w 293456"/>
              <a:gd name="csY7" fmla="*/ 1055303 h 1058250"/>
              <a:gd name="csX8" fmla="*/ 120052 w 293456"/>
              <a:gd name="csY8" fmla="*/ 1055303 h 1058250"/>
              <a:gd name="csX9" fmla="*/ 77186 w 293456"/>
              <a:gd name="csY9" fmla="*/ 896727 h 1058250"/>
              <a:gd name="csX10" fmla="*/ 82355 w 293456"/>
              <a:gd name="csY10" fmla="*/ 557600 h 1058250"/>
              <a:gd name="csX11" fmla="*/ 135346 w 293456"/>
              <a:gd name="csY11" fmla="*/ 151250 h 1058250"/>
              <a:gd name="csX12" fmla="*/ 200615 w 293456"/>
              <a:gd name="csY12" fmla="*/ 35119 h 1058250"/>
              <a:gd name="csX13" fmla="*/ 201476 w 293456"/>
              <a:gd name="csY13" fmla="*/ 34473 h 1058250"/>
              <a:gd name="csX14" fmla="*/ 293456 w 293456"/>
              <a:gd name="csY14" fmla="*/ 0 h 1058250"/>
              <a:gd name="csX15" fmla="*/ 137931 w 293456"/>
              <a:gd name="csY15" fmla="*/ 80365 h 1058250"/>
              <a:gd name="csX16" fmla="*/ 137716 w 293456"/>
              <a:gd name="csY16" fmla="*/ 80365 h 1058250"/>
              <a:gd name="csX0" fmla="*/ 137716 w 294424"/>
              <a:gd name="csY0" fmla="*/ 82135 h 1060020"/>
              <a:gd name="csX1" fmla="*/ 137285 w 294424"/>
              <a:gd name="csY1" fmla="*/ 45292 h 1060020"/>
              <a:gd name="csX2" fmla="*/ 120268 w 294424"/>
              <a:gd name="csY2" fmla="*/ 173919 h 1060020"/>
              <a:gd name="csX3" fmla="*/ 57799 w 294424"/>
              <a:gd name="csY3" fmla="*/ 555923 h 1060020"/>
              <a:gd name="csX4" fmla="*/ 11209 w 294424"/>
              <a:gd name="csY4" fmla="*/ 923329 h 1060020"/>
              <a:gd name="csX5" fmla="*/ 6747 w 294424"/>
              <a:gd name="csY5" fmla="*/ 1014594 h 1060020"/>
              <a:gd name="csX6" fmla="*/ 3662 w 294424"/>
              <a:gd name="csY6" fmla="*/ 1055525 h 1060020"/>
              <a:gd name="csX7" fmla="*/ 77617 w 294424"/>
              <a:gd name="csY7" fmla="*/ 1057073 h 1060020"/>
              <a:gd name="csX8" fmla="*/ 120052 w 294424"/>
              <a:gd name="csY8" fmla="*/ 1057073 h 1060020"/>
              <a:gd name="csX9" fmla="*/ 77186 w 294424"/>
              <a:gd name="csY9" fmla="*/ 898497 h 1060020"/>
              <a:gd name="csX10" fmla="*/ 82355 w 294424"/>
              <a:gd name="csY10" fmla="*/ 559370 h 1060020"/>
              <a:gd name="csX11" fmla="*/ 135346 w 294424"/>
              <a:gd name="csY11" fmla="*/ 153020 h 1060020"/>
              <a:gd name="csX12" fmla="*/ 200615 w 294424"/>
              <a:gd name="csY12" fmla="*/ 36889 h 1060020"/>
              <a:gd name="csX13" fmla="*/ 293456 w 294424"/>
              <a:gd name="csY13" fmla="*/ 1770 h 1060020"/>
              <a:gd name="csX14" fmla="*/ 137931 w 294424"/>
              <a:gd name="csY14" fmla="*/ 82135 h 1060020"/>
              <a:gd name="csX15" fmla="*/ 137716 w 294424"/>
              <a:gd name="csY15" fmla="*/ 82135 h 1060020"/>
              <a:gd name="csX0" fmla="*/ 137716 w 200617"/>
              <a:gd name="csY0" fmla="*/ 47059 h 1024944"/>
              <a:gd name="csX1" fmla="*/ 137285 w 200617"/>
              <a:gd name="csY1" fmla="*/ 10216 h 1024944"/>
              <a:gd name="csX2" fmla="*/ 120268 w 200617"/>
              <a:gd name="csY2" fmla="*/ 138843 h 1024944"/>
              <a:gd name="csX3" fmla="*/ 57799 w 200617"/>
              <a:gd name="csY3" fmla="*/ 520847 h 1024944"/>
              <a:gd name="csX4" fmla="*/ 11209 w 200617"/>
              <a:gd name="csY4" fmla="*/ 888253 h 1024944"/>
              <a:gd name="csX5" fmla="*/ 6747 w 200617"/>
              <a:gd name="csY5" fmla="*/ 979518 h 1024944"/>
              <a:gd name="csX6" fmla="*/ 3662 w 200617"/>
              <a:gd name="csY6" fmla="*/ 1020449 h 1024944"/>
              <a:gd name="csX7" fmla="*/ 77617 w 200617"/>
              <a:gd name="csY7" fmla="*/ 1021997 h 1024944"/>
              <a:gd name="csX8" fmla="*/ 120052 w 200617"/>
              <a:gd name="csY8" fmla="*/ 1021997 h 1024944"/>
              <a:gd name="csX9" fmla="*/ 77186 w 200617"/>
              <a:gd name="csY9" fmla="*/ 863421 h 1024944"/>
              <a:gd name="csX10" fmla="*/ 82355 w 200617"/>
              <a:gd name="csY10" fmla="*/ 524294 h 1024944"/>
              <a:gd name="csX11" fmla="*/ 135346 w 200617"/>
              <a:gd name="csY11" fmla="*/ 117944 h 1024944"/>
              <a:gd name="csX12" fmla="*/ 200615 w 200617"/>
              <a:gd name="csY12" fmla="*/ 1813 h 1024944"/>
              <a:gd name="csX13" fmla="*/ 137931 w 200617"/>
              <a:gd name="csY13" fmla="*/ 47059 h 1024944"/>
              <a:gd name="csX14" fmla="*/ 137716 w 200617"/>
              <a:gd name="csY14" fmla="*/ 47059 h 1024944"/>
              <a:gd name="csX0" fmla="*/ 137716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13" fmla="*/ 137716 w 140143"/>
              <a:gd name="csY13" fmla="*/ 36843 h 1014728"/>
              <a:gd name="csX0" fmla="*/ 137931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0" fmla="*/ 135346 w 140749"/>
              <a:gd name="csY0" fmla="*/ 108035 h 1015035"/>
              <a:gd name="csX1" fmla="*/ 137285 w 140749"/>
              <a:gd name="csY1" fmla="*/ 307 h 1015035"/>
              <a:gd name="csX2" fmla="*/ 120268 w 140749"/>
              <a:gd name="csY2" fmla="*/ 128934 h 1015035"/>
              <a:gd name="csX3" fmla="*/ 57799 w 140749"/>
              <a:gd name="csY3" fmla="*/ 510938 h 1015035"/>
              <a:gd name="csX4" fmla="*/ 11209 w 140749"/>
              <a:gd name="csY4" fmla="*/ 878344 h 1015035"/>
              <a:gd name="csX5" fmla="*/ 6747 w 140749"/>
              <a:gd name="csY5" fmla="*/ 969609 h 1015035"/>
              <a:gd name="csX6" fmla="*/ 3662 w 140749"/>
              <a:gd name="csY6" fmla="*/ 1010540 h 1015035"/>
              <a:gd name="csX7" fmla="*/ 77617 w 140749"/>
              <a:gd name="csY7" fmla="*/ 1012088 h 1015035"/>
              <a:gd name="csX8" fmla="*/ 120052 w 140749"/>
              <a:gd name="csY8" fmla="*/ 1012088 h 1015035"/>
              <a:gd name="csX9" fmla="*/ 77186 w 140749"/>
              <a:gd name="csY9" fmla="*/ 853512 h 1015035"/>
              <a:gd name="csX10" fmla="*/ 82355 w 140749"/>
              <a:gd name="csY10" fmla="*/ 514385 h 1015035"/>
              <a:gd name="csX11" fmla="*/ 135346 w 140749"/>
              <a:gd name="csY11" fmla="*/ 108035 h 1015035"/>
              <a:gd name="csX0" fmla="*/ 135346 w 137484"/>
              <a:gd name="csY0" fmla="*/ 39889 h 946889"/>
              <a:gd name="csX1" fmla="*/ 120268 w 137484"/>
              <a:gd name="csY1" fmla="*/ 60788 h 946889"/>
              <a:gd name="csX2" fmla="*/ 57799 w 137484"/>
              <a:gd name="csY2" fmla="*/ 442792 h 946889"/>
              <a:gd name="csX3" fmla="*/ 11209 w 137484"/>
              <a:gd name="csY3" fmla="*/ 810198 h 946889"/>
              <a:gd name="csX4" fmla="*/ 6747 w 137484"/>
              <a:gd name="csY4" fmla="*/ 901463 h 946889"/>
              <a:gd name="csX5" fmla="*/ 3662 w 137484"/>
              <a:gd name="csY5" fmla="*/ 942394 h 946889"/>
              <a:gd name="csX6" fmla="*/ 77617 w 137484"/>
              <a:gd name="csY6" fmla="*/ 943942 h 946889"/>
              <a:gd name="csX7" fmla="*/ 120052 w 137484"/>
              <a:gd name="csY7" fmla="*/ 943942 h 946889"/>
              <a:gd name="csX8" fmla="*/ 77186 w 137484"/>
              <a:gd name="csY8" fmla="*/ 785366 h 946889"/>
              <a:gd name="csX9" fmla="*/ 82355 w 137484"/>
              <a:gd name="csY9" fmla="*/ 446239 h 946889"/>
              <a:gd name="csX10" fmla="*/ 135346 w 137484"/>
              <a:gd name="csY10" fmla="*/ 39889 h 946889"/>
              <a:gd name="csX0" fmla="*/ 135346 w 135346"/>
              <a:gd name="csY0" fmla="*/ 1 h 907001"/>
              <a:gd name="csX1" fmla="*/ 57799 w 135346"/>
              <a:gd name="csY1" fmla="*/ 402904 h 907001"/>
              <a:gd name="csX2" fmla="*/ 11209 w 135346"/>
              <a:gd name="csY2" fmla="*/ 770310 h 907001"/>
              <a:gd name="csX3" fmla="*/ 6747 w 135346"/>
              <a:gd name="csY3" fmla="*/ 861575 h 907001"/>
              <a:gd name="csX4" fmla="*/ 3662 w 135346"/>
              <a:gd name="csY4" fmla="*/ 902506 h 907001"/>
              <a:gd name="csX5" fmla="*/ 77617 w 135346"/>
              <a:gd name="csY5" fmla="*/ 904054 h 907001"/>
              <a:gd name="csX6" fmla="*/ 120052 w 135346"/>
              <a:gd name="csY6" fmla="*/ 904054 h 907001"/>
              <a:gd name="csX7" fmla="*/ 77186 w 135346"/>
              <a:gd name="csY7" fmla="*/ 745478 h 907001"/>
              <a:gd name="csX8" fmla="*/ 82355 w 135346"/>
              <a:gd name="csY8" fmla="*/ 406351 h 907001"/>
              <a:gd name="csX9" fmla="*/ 135346 w 135346"/>
              <a:gd name="csY9" fmla="*/ 1 h 907001"/>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77186 w 120052"/>
              <a:gd name="csY7" fmla="*/ 385096 h 546619"/>
              <a:gd name="csX8" fmla="*/ 82355 w 120052"/>
              <a:gd name="csY8" fmla="*/ 45969 h 546619"/>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92893 w 120052"/>
              <a:gd name="csY7" fmla="*/ 369397 h 546619"/>
              <a:gd name="csX8" fmla="*/ 82355 w 120052"/>
              <a:gd name="csY8" fmla="*/ 45969 h 546619"/>
              <a:gd name="csX0" fmla="*/ 80784 w 120052"/>
              <a:gd name="csY0" fmla="*/ 199646 h 515831"/>
              <a:gd name="csX1" fmla="*/ 57799 w 120052"/>
              <a:gd name="csY1" fmla="*/ 11734 h 515831"/>
              <a:gd name="csX2" fmla="*/ 11209 w 120052"/>
              <a:gd name="csY2" fmla="*/ 379140 h 515831"/>
              <a:gd name="csX3" fmla="*/ 6747 w 120052"/>
              <a:gd name="csY3" fmla="*/ 470405 h 515831"/>
              <a:gd name="csX4" fmla="*/ 3662 w 120052"/>
              <a:gd name="csY4" fmla="*/ 511336 h 515831"/>
              <a:gd name="csX5" fmla="*/ 77617 w 120052"/>
              <a:gd name="csY5" fmla="*/ 512884 h 515831"/>
              <a:gd name="csX6" fmla="*/ 120052 w 120052"/>
              <a:gd name="csY6" fmla="*/ 512884 h 515831"/>
              <a:gd name="csX7" fmla="*/ 92893 w 120052"/>
              <a:gd name="csY7" fmla="*/ 338609 h 515831"/>
              <a:gd name="csX8" fmla="*/ 80784 w 120052"/>
              <a:gd name="csY8" fmla="*/ 199646 h 515831"/>
              <a:gd name="csX0" fmla="*/ 80784 w 120052"/>
              <a:gd name="csY0" fmla="*/ 48110 h 364295"/>
              <a:gd name="csX1" fmla="*/ 27956 w 120052"/>
              <a:gd name="csY1" fmla="*/ 40738 h 364295"/>
              <a:gd name="csX2" fmla="*/ 11209 w 120052"/>
              <a:gd name="csY2" fmla="*/ 227604 h 364295"/>
              <a:gd name="csX3" fmla="*/ 6747 w 120052"/>
              <a:gd name="csY3" fmla="*/ 318869 h 364295"/>
              <a:gd name="csX4" fmla="*/ 3662 w 120052"/>
              <a:gd name="csY4" fmla="*/ 359800 h 364295"/>
              <a:gd name="csX5" fmla="*/ 77617 w 120052"/>
              <a:gd name="csY5" fmla="*/ 361348 h 364295"/>
              <a:gd name="csX6" fmla="*/ 120052 w 120052"/>
              <a:gd name="csY6" fmla="*/ 361348 h 364295"/>
              <a:gd name="csX7" fmla="*/ 92893 w 120052"/>
              <a:gd name="csY7" fmla="*/ 187073 h 364295"/>
              <a:gd name="csX8" fmla="*/ 80784 w 120052"/>
              <a:gd name="csY8" fmla="*/ 48110 h 364295"/>
              <a:gd name="csX0" fmla="*/ 92893 w 120052"/>
              <a:gd name="csY0" fmla="*/ 146662 h 323884"/>
              <a:gd name="csX1" fmla="*/ 27956 w 120052"/>
              <a:gd name="csY1" fmla="*/ 327 h 323884"/>
              <a:gd name="csX2" fmla="*/ 11209 w 120052"/>
              <a:gd name="csY2" fmla="*/ 187193 h 323884"/>
              <a:gd name="csX3" fmla="*/ 6747 w 120052"/>
              <a:gd name="csY3" fmla="*/ 278458 h 323884"/>
              <a:gd name="csX4" fmla="*/ 3662 w 120052"/>
              <a:gd name="csY4" fmla="*/ 319389 h 323884"/>
              <a:gd name="csX5" fmla="*/ 77617 w 120052"/>
              <a:gd name="csY5" fmla="*/ 320937 h 323884"/>
              <a:gd name="csX6" fmla="*/ 120052 w 120052"/>
              <a:gd name="csY6" fmla="*/ 320937 h 323884"/>
              <a:gd name="csX7" fmla="*/ 92893 w 120052"/>
              <a:gd name="csY7" fmla="*/ 146662 h 323884"/>
              <a:gd name="csX0" fmla="*/ 92893 w 120052"/>
              <a:gd name="csY0" fmla="*/ 150479 h 327701"/>
              <a:gd name="csX1" fmla="*/ 72647 w 120052"/>
              <a:gd name="csY1" fmla="*/ 59128 h 327701"/>
              <a:gd name="csX2" fmla="*/ 27956 w 120052"/>
              <a:gd name="csY2" fmla="*/ 4144 h 327701"/>
              <a:gd name="csX3" fmla="*/ 11209 w 120052"/>
              <a:gd name="csY3" fmla="*/ 191010 h 327701"/>
              <a:gd name="csX4" fmla="*/ 6747 w 120052"/>
              <a:gd name="csY4" fmla="*/ 282275 h 327701"/>
              <a:gd name="csX5" fmla="*/ 3662 w 120052"/>
              <a:gd name="csY5" fmla="*/ 323206 h 327701"/>
              <a:gd name="csX6" fmla="*/ 77617 w 120052"/>
              <a:gd name="csY6" fmla="*/ 324754 h 327701"/>
              <a:gd name="csX7" fmla="*/ 120052 w 120052"/>
              <a:gd name="csY7" fmla="*/ 324754 h 327701"/>
              <a:gd name="csX8" fmla="*/ 92893 w 120052"/>
              <a:gd name="csY8" fmla="*/ 150479 h 327701"/>
              <a:gd name="csX0" fmla="*/ 92893 w 120052"/>
              <a:gd name="csY0" fmla="*/ 150066 h 327288"/>
              <a:gd name="csX1" fmla="*/ 94048 w 120052"/>
              <a:gd name="csY1" fmla="*/ 104468 h 327288"/>
              <a:gd name="csX2" fmla="*/ 72647 w 120052"/>
              <a:gd name="csY2" fmla="*/ 58715 h 327288"/>
              <a:gd name="csX3" fmla="*/ 27956 w 120052"/>
              <a:gd name="csY3" fmla="*/ 3731 h 327288"/>
              <a:gd name="csX4" fmla="*/ 11209 w 120052"/>
              <a:gd name="csY4" fmla="*/ 190597 h 327288"/>
              <a:gd name="csX5" fmla="*/ 6747 w 120052"/>
              <a:gd name="csY5" fmla="*/ 281862 h 327288"/>
              <a:gd name="csX6" fmla="*/ 3662 w 120052"/>
              <a:gd name="csY6" fmla="*/ 322793 h 327288"/>
              <a:gd name="csX7" fmla="*/ 77617 w 120052"/>
              <a:gd name="csY7" fmla="*/ 324341 h 327288"/>
              <a:gd name="csX8" fmla="*/ 120052 w 120052"/>
              <a:gd name="csY8" fmla="*/ 324341 h 327288"/>
              <a:gd name="csX9" fmla="*/ 92893 w 120052"/>
              <a:gd name="csY9" fmla="*/ 150066 h 327288"/>
              <a:gd name="csX0" fmla="*/ 92893 w 104184"/>
              <a:gd name="csY0" fmla="*/ 150066 h 327288"/>
              <a:gd name="csX1" fmla="*/ 94048 w 104184"/>
              <a:gd name="csY1" fmla="*/ 104468 h 327288"/>
              <a:gd name="csX2" fmla="*/ 72647 w 104184"/>
              <a:gd name="csY2" fmla="*/ 58715 h 327288"/>
              <a:gd name="csX3" fmla="*/ 27956 w 104184"/>
              <a:gd name="csY3" fmla="*/ 3731 h 327288"/>
              <a:gd name="csX4" fmla="*/ 11209 w 104184"/>
              <a:gd name="csY4" fmla="*/ 190597 h 327288"/>
              <a:gd name="csX5" fmla="*/ 6747 w 104184"/>
              <a:gd name="csY5" fmla="*/ 281862 h 327288"/>
              <a:gd name="csX6" fmla="*/ 3662 w 104184"/>
              <a:gd name="csY6" fmla="*/ 322793 h 327288"/>
              <a:gd name="csX7" fmla="*/ 77617 w 104184"/>
              <a:gd name="csY7" fmla="*/ 324341 h 327288"/>
              <a:gd name="csX8" fmla="*/ 104184 w 104184"/>
              <a:gd name="csY8" fmla="*/ 324341 h 327288"/>
              <a:gd name="csX9" fmla="*/ 92893 w 104184"/>
              <a:gd name="csY9" fmla="*/ 150066 h 327288"/>
              <a:gd name="csX0" fmla="*/ 92893 w 104184"/>
              <a:gd name="csY0" fmla="*/ 198834 h 376056"/>
              <a:gd name="csX1" fmla="*/ 94048 w 104184"/>
              <a:gd name="csY1" fmla="*/ 153236 h 376056"/>
              <a:gd name="csX2" fmla="*/ 72647 w 104184"/>
              <a:gd name="csY2" fmla="*/ 107483 h 376056"/>
              <a:gd name="csX3" fmla="*/ 58346 w 104184"/>
              <a:gd name="csY3" fmla="*/ 1597 h 376056"/>
              <a:gd name="csX4" fmla="*/ 27956 w 104184"/>
              <a:gd name="csY4" fmla="*/ 52499 h 376056"/>
              <a:gd name="csX5" fmla="*/ 11209 w 104184"/>
              <a:gd name="csY5" fmla="*/ 239365 h 376056"/>
              <a:gd name="csX6" fmla="*/ 6747 w 104184"/>
              <a:gd name="csY6" fmla="*/ 330630 h 376056"/>
              <a:gd name="csX7" fmla="*/ 3662 w 104184"/>
              <a:gd name="csY7" fmla="*/ 371561 h 376056"/>
              <a:gd name="csX8" fmla="*/ 77617 w 104184"/>
              <a:gd name="csY8" fmla="*/ 373109 h 376056"/>
              <a:gd name="csX9" fmla="*/ 104184 w 104184"/>
              <a:gd name="csY9" fmla="*/ 373109 h 376056"/>
              <a:gd name="csX10" fmla="*/ 92893 w 104184"/>
              <a:gd name="csY10" fmla="*/ 198834 h 376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4184" h="376056">
                <a:moveTo>
                  <a:pt x="92893" y="198834"/>
                </a:moveTo>
                <a:cubicBezTo>
                  <a:pt x="86576" y="162189"/>
                  <a:pt x="97422" y="168461"/>
                  <a:pt x="94048" y="153236"/>
                </a:cubicBezTo>
                <a:cubicBezTo>
                  <a:pt x="90674" y="138011"/>
                  <a:pt x="79258" y="121172"/>
                  <a:pt x="72647" y="107483"/>
                </a:cubicBezTo>
                <a:cubicBezTo>
                  <a:pt x="66036" y="93794"/>
                  <a:pt x="65795" y="10761"/>
                  <a:pt x="58346" y="1597"/>
                </a:cubicBezTo>
                <a:cubicBezTo>
                  <a:pt x="50898" y="-7567"/>
                  <a:pt x="35151" y="24454"/>
                  <a:pt x="27956" y="52499"/>
                </a:cubicBezTo>
                <a:cubicBezTo>
                  <a:pt x="10293" y="163027"/>
                  <a:pt x="-638" y="127544"/>
                  <a:pt x="11209" y="239365"/>
                </a:cubicBezTo>
                <a:cubicBezTo>
                  <a:pt x="6686" y="303129"/>
                  <a:pt x="3144" y="317690"/>
                  <a:pt x="6747" y="330630"/>
                </a:cubicBezTo>
                <a:cubicBezTo>
                  <a:pt x="8388" y="351576"/>
                  <a:pt x="-6700" y="363032"/>
                  <a:pt x="3662" y="371561"/>
                </a:cubicBezTo>
                <a:cubicBezTo>
                  <a:pt x="7539" y="385458"/>
                  <a:pt x="66552" y="361620"/>
                  <a:pt x="77617" y="373109"/>
                </a:cubicBezTo>
                <a:lnTo>
                  <a:pt x="104184" y="373109"/>
                </a:lnTo>
                <a:cubicBezTo>
                  <a:pt x="83289" y="322261"/>
                  <a:pt x="101078" y="253129"/>
                  <a:pt x="92893" y="198834"/>
                </a:cubicBezTo>
                <a:close/>
              </a:path>
            </a:pathLst>
          </a:custGeom>
          <a:gradFill flip="none" rotWithShape="1">
            <a:gsLst>
              <a:gs pos="0">
                <a:srgbClr val="680000"/>
              </a:gs>
              <a:gs pos="10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1" name="Freeform 25">
            <a:extLst>
              <a:ext uri="{FF2B5EF4-FFF2-40B4-BE49-F238E27FC236}">
                <a16:creationId xmlns:a16="http://schemas.microsoft.com/office/drawing/2014/main" id="{3A88FFA1-CB8D-17B4-3733-1685B7C8C006}"/>
              </a:ext>
            </a:extLst>
          </p:cNvPr>
          <p:cNvSpPr/>
          <p:nvPr/>
        </p:nvSpPr>
        <p:spPr>
          <a:xfrm rot="19671096">
            <a:off x="171655" y="-157120"/>
            <a:ext cx="519385" cy="79484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2" name="Arc 31">
            <a:extLst>
              <a:ext uri="{FF2B5EF4-FFF2-40B4-BE49-F238E27FC236}">
                <a16:creationId xmlns:a16="http://schemas.microsoft.com/office/drawing/2014/main" id="{BD571522-8BEA-FDF8-DA19-CA75D92B125D}"/>
              </a:ext>
            </a:extLst>
          </p:cNvPr>
          <p:cNvSpPr/>
          <p:nvPr/>
        </p:nvSpPr>
        <p:spPr>
          <a:xfrm rot="20828105">
            <a:off x="277028" y="164696"/>
            <a:ext cx="663813" cy="2177506"/>
          </a:xfrm>
          <a:prstGeom prst="arc">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33" name="Freeform: Shape 32">
            <a:extLst>
              <a:ext uri="{FF2B5EF4-FFF2-40B4-BE49-F238E27FC236}">
                <a16:creationId xmlns:a16="http://schemas.microsoft.com/office/drawing/2014/main" id="{3919B99C-30FD-5881-33B4-0777C9F85114}"/>
              </a:ext>
            </a:extLst>
          </p:cNvPr>
          <p:cNvSpPr/>
          <p:nvPr/>
        </p:nvSpPr>
        <p:spPr>
          <a:xfrm>
            <a:off x="893852" y="328774"/>
            <a:ext cx="1263721" cy="1387011"/>
          </a:xfrm>
          <a:custGeom>
            <a:avLst/>
            <a:gdLst>
              <a:gd name="csX0" fmla="*/ 0 w 1263721"/>
              <a:gd name="csY0" fmla="*/ 1387011 h 1387011"/>
              <a:gd name="csX1" fmla="*/ 297950 w 1263721"/>
              <a:gd name="csY1" fmla="*/ 852755 h 1387011"/>
              <a:gd name="csX2" fmla="*/ 421240 w 1263721"/>
              <a:gd name="csY2" fmla="*/ 462337 h 1387011"/>
              <a:gd name="csX3" fmla="*/ 914400 w 1263721"/>
              <a:gd name="csY3" fmla="*/ 287676 h 1387011"/>
              <a:gd name="csX4" fmla="*/ 1068512 w 1263721"/>
              <a:gd name="csY4" fmla="*/ 102741 h 1387011"/>
              <a:gd name="csX5" fmla="*/ 1263721 w 1263721"/>
              <a:gd name="csY5" fmla="*/ 0 h 1387011"/>
              <a:gd name="csX6" fmla="*/ 1263721 w 1263721"/>
              <a:gd name="csY6" fmla="*/ 0 h 13870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63721" h="1387011">
                <a:moveTo>
                  <a:pt x="0" y="1387011"/>
                </a:moveTo>
                <a:cubicBezTo>
                  <a:pt x="113871" y="1196939"/>
                  <a:pt x="227743" y="1006867"/>
                  <a:pt x="297950" y="852755"/>
                </a:cubicBezTo>
                <a:cubicBezTo>
                  <a:pt x="368157" y="698643"/>
                  <a:pt x="318498" y="556517"/>
                  <a:pt x="421240" y="462337"/>
                </a:cubicBezTo>
                <a:cubicBezTo>
                  <a:pt x="523982" y="368157"/>
                  <a:pt x="806521" y="347609"/>
                  <a:pt x="914400" y="287676"/>
                </a:cubicBezTo>
                <a:cubicBezTo>
                  <a:pt x="1022279" y="227743"/>
                  <a:pt x="1010292" y="150687"/>
                  <a:pt x="1068512" y="102741"/>
                </a:cubicBezTo>
                <a:cubicBezTo>
                  <a:pt x="1126732" y="54795"/>
                  <a:pt x="1263721" y="0"/>
                  <a:pt x="1263721" y="0"/>
                </a:cubicBezTo>
                <a:lnTo>
                  <a:pt x="1263721" y="0"/>
                </a:lnTo>
              </a:path>
            </a:pathLst>
          </a:cu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34" name="Freeform: Shape 33">
            <a:extLst>
              <a:ext uri="{FF2B5EF4-FFF2-40B4-BE49-F238E27FC236}">
                <a16:creationId xmlns:a16="http://schemas.microsoft.com/office/drawing/2014/main" id="{42823A3C-9120-3AFA-7E9C-299D88764F2F}"/>
              </a:ext>
            </a:extLst>
          </p:cNvPr>
          <p:cNvSpPr/>
          <p:nvPr/>
        </p:nvSpPr>
        <p:spPr>
          <a:xfrm>
            <a:off x="1190624" y="82194"/>
            <a:ext cx="494338" cy="1047964"/>
          </a:xfrm>
          <a:custGeom>
            <a:avLst/>
            <a:gdLst>
              <a:gd name="csX0" fmla="*/ 1178 w 494338"/>
              <a:gd name="csY0" fmla="*/ 1047964 h 1047964"/>
              <a:gd name="csX1" fmla="*/ 42275 w 494338"/>
              <a:gd name="csY1" fmla="*/ 626724 h 1047964"/>
              <a:gd name="csX2" fmla="*/ 278580 w 494338"/>
              <a:gd name="csY2" fmla="*/ 195209 h 1047964"/>
              <a:gd name="csX3" fmla="*/ 494338 w 494338"/>
              <a:gd name="csY3" fmla="*/ 0 h 1047964"/>
              <a:gd name="csX4" fmla="*/ 494338 w 494338"/>
              <a:gd name="csY4" fmla="*/ 0 h 1047964"/>
            </a:gdLst>
            <a:ahLst/>
            <a:cxnLst>
              <a:cxn ang="0">
                <a:pos x="csX0" y="csY0"/>
              </a:cxn>
              <a:cxn ang="0">
                <a:pos x="csX1" y="csY1"/>
              </a:cxn>
              <a:cxn ang="0">
                <a:pos x="csX2" y="csY2"/>
              </a:cxn>
              <a:cxn ang="0">
                <a:pos x="csX3" y="csY3"/>
              </a:cxn>
              <a:cxn ang="0">
                <a:pos x="csX4" y="csY4"/>
              </a:cxn>
            </a:cxnLst>
            <a:rect l="l" t="t" r="r" b="b"/>
            <a:pathLst>
              <a:path w="494338" h="1047964">
                <a:moveTo>
                  <a:pt x="1178" y="1047964"/>
                </a:moveTo>
                <a:cubicBezTo>
                  <a:pt x="-1391" y="908407"/>
                  <a:pt x="-3959" y="768850"/>
                  <a:pt x="42275" y="626724"/>
                </a:cubicBezTo>
                <a:cubicBezTo>
                  <a:pt x="88509" y="484598"/>
                  <a:pt x="203236" y="299663"/>
                  <a:pt x="278580" y="195209"/>
                </a:cubicBezTo>
                <a:cubicBezTo>
                  <a:pt x="353924" y="90755"/>
                  <a:pt x="494338" y="0"/>
                  <a:pt x="494338" y="0"/>
                </a:cubicBezTo>
                <a:lnTo>
                  <a:pt x="494338" y="0"/>
                </a:lnTo>
              </a:path>
            </a:pathLst>
          </a:cu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
        <p:nvSpPr>
          <p:cNvPr id="12" name="Freeform: Shape 11">
            <a:extLst>
              <a:ext uri="{FF2B5EF4-FFF2-40B4-BE49-F238E27FC236}">
                <a16:creationId xmlns:a16="http://schemas.microsoft.com/office/drawing/2014/main" id="{29AB390B-BDCC-E784-2C5C-54F1CBC6A71F}"/>
              </a:ext>
            </a:extLst>
          </p:cNvPr>
          <p:cNvSpPr/>
          <p:nvPr/>
        </p:nvSpPr>
        <p:spPr>
          <a:xfrm>
            <a:off x="0" y="6571489"/>
            <a:ext cx="1981126" cy="65646"/>
          </a:xfrm>
          <a:custGeom>
            <a:avLst/>
            <a:gdLst>
              <a:gd name="csX0" fmla="*/ 0 w 2065106"/>
              <a:gd name="csY0" fmla="*/ 71919 h 143838"/>
              <a:gd name="csX1" fmla="*/ 328773 w 2065106"/>
              <a:gd name="csY1" fmla="*/ 113016 h 143838"/>
              <a:gd name="csX2" fmla="*/ 523982 w 2065106"/>
              <a:gd name="csY2" fmla="*/ 143838 h 143838"/>
              <a:gd name="csX3" fmla="*/ 811658 w 2065106"/>
              <a:gd name="csY3" fmla="*/ 133564 h 143838"/>
              <a:gd name="csX4" fmla="*/ 955497 w 2065106"/>
              <a:gd name="csY4" fmla="*/ 102742 h 143838"/>
              <a:gd name="csX5" fmla="*/ 1089061 w 2065106"/>
              <a:gd name="csY5" fmla="*/ 82193 h 143838"/>
              <a:gd name="csX6" fmla="*/ 1171254 w 2065106"/>
              <a:gd name="csY6" fmla="*/ 51371 h 143838"/>
              <a:gd name="csX7" fmla="*/ 1315092 w 2065106"/>
              <a:gd name="csY7" fmla="*/ 10274 h 143838"/>
              <a:gd name="csX8" fmla="*/ 1345915 w 2065106"/>
              <a:gd name="csY8" fmla="*/ 0 h 143838"/>
              <a:gd name="csX9" fmla="*/ 1469204 w 2065106"/>
              <a:gd name="csY9" fmla="*/ 10274 h 143838"/>
              <a:gd name="csX10" fmla="*/ 1541124 w 2065106"/>
              <a:gd name="csY10" fmla="*/ 41097 h 143838"/>
              <a:gd name="csX11" fmla="*/ 1654139 w 2065106"/>
              <a:gd name="csY11" fmla="*/ 61645 h 143838"/>
              <a:gd name="csX12" fmla="*/ 1736333 w 2065106"/>
              <a:gd name="csY12" fmla="*/ 71919 h 143838"/>
              <a:gd name="csX13" fmla="*/ 2065106 w 2065106"/>
              <a:gd name="csY13" fmla="*/ 71919 h 143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5106" h="143838">
                <a:moveTo>
                  <a:pt x="0" y="71919"/>
                </a:moveTo>
                <a:lnTo>
                  <a:pt x="328773" y="113016"/>
                </a:lnTo>
                <a:cubicBezTo>
                  <a:pt x="394037" y="121974"/>
                  <a:pt x="458166" y="141037"/>
                  <a:pt x="523982" y="143838"/>
                </a:cubicBezTo>
                <a:lnTo>
                  <a:pt x="811658" y="133564"/>
                </a:lnTo>
                <a:cubicBezTo>
                  <a:pt x="859604" y="123290"/>
                  <a:pt x="907282" y="111671"/>
                  <a:pt x="955497" y="102742"/>
                </a:cubicBezTo>
                <a:cubicBezTo>
                  <a:pt x="999789" y="94540"/>
                  <a:pt x="1045241" y="92626"/>
                  <a:pt x="1089061" y="82193"/>
                </a:cubicBezTo>
                <a:cubicBezTo>
                  <a:pt x="1117526" y="75416"/>
                  <a:pt x="1143371" y="60243"/>
                  <a:pt x="1171254" y="51371"/>
                </a:cubicBezTo>
                <a:cubicBezTo>
                  <a:pt x="1218771" y="36252"/>
                  <a:pt x="1267786" y="26042"/>
                  <a:pt x="1315092" y="10274"/>
                </a:cubicBezTo>
                <a:lnTo>
                  <a:pt x="1345915" y="0"/>
                </a:lnTo>
                <a:cubicBezTo>
                  <a:pt x="1387011" y="3425"/>
                  <a:pt x="1428327" y="4824"/>
                  <a:pt x="1469204" y="10274"/>
                </a:cubicBezTo>
                <a:cubicBezTo>
                  <a:pt x="1499132" y="14264"/>
                  <a:pt x="1512154" y="31440"/>
                  <a:pt x="1541124" y="41097"/>
                </a:cubicBezTo>
                <a:cubicBezTo>
                  <a:pt x="1554399" y="45522"/>
                  <a:pt x="1645083" y="60351"/>
                  <a:pt x="1654139" y="61645"/>
                </a:cubicBezTo>
                <a:cubicBezTo>
                  <a:pt x="1681473" y="65550"/>
                  <a:pt x="1708730" y="71229"/>
                  <a:pt x="1736333" y="71919"/>
                </a:cubicBezTo>
                <a:cubicBezTo>
                  <a:pt x="1845890" y="74658"/>
                  <a:pt x="1955515" y="71919"/>
                  <a:pt x="2065106" y="71919"/>
                </a:cubicBezTo>
              </a:path>
            </a:pathLst>
          </a:cu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12">
            <a:extLst>
              <a:ext uri="{FF2B5EF4-FFF2-40B4-BE49-F238E27FC236}">
                <a16:creationId xmlns:a16="http://schemas.microsoft.com/office/drawing/2014/main" id="{EE7171AC-E030-5B45-5EA1-0A30A3B92563}"/>
              </a:ext>
            </a:extLst>
          </p:cNvPr>
          <p:cNvSpPr>
            <a:spLocks noGrp="1"/>
          </p:cNvSpPr>
          <p:nvPr>
            <p:ph type="sldNum" sz="quarter" idx="12"/>
          </p:nvPr>
        </p:nvSpPr>
        <p:spPr/>
        <p:txBody>
          <a:bodyPr/>
          <a:lstStyle/>
          <a:p>
            <a:fld id="{511E72FE-814A-43D7-AA66-638DB960BCF9}" type="slidenum">
              <a:rPr lang="en-US" smtClean="0"/>
              <a:t>11</a:t>
            </a:fld>
            <a:endParaRPr lang="en-US"/>
          </a:p>
        </p:txBody>
      </p:sp>
      <p:sp>
        <p:nvSpPr>
          <p:cNvPr id="15" name="Arrow: Pentagon 14">
            <a:extLst>
              <a:ext uri="{FF2B5EF4-FFF2-40B4-BE49-F238E27FC236}">
                <a16:creationId xmlns:a16="http://schemas.microsoft.com/office/drawing/2014/main" id="{A05C69EA-02F8-7994-D753-9159D72160F1}"/>
              </a:ext>
            </a:extLst>
          </p:cNvPr>
          <p:cNvSpPr/>
          <p:nvPr/>
        </p:nvSpPr>
        <p:spPr>
          <a:xfrm>
            <a:off x="2739476" y="57053"/>
            <a:ext cx="8964844" cy="585123"/>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t>How does stem CO</a:t>
            </a:r>
            <a:r>
              <a:rPr lang="en-US" sz="2000" baseline="-25000" dirty="0"/>
              <a:t>2</a:t>
            </a:r>
            <a:r>
              <a:rPr lang="en-US" sz="2000" dirty="0"/>
              <a:t>, CH₄ and N₂O fluxes change with an increase with height ?</a:t>
            </a:r>
          </a:p>
        </p:txBody>
      </p:sp>
      <p:sp>
        <p:nvSpPr>
          <p:cNvPr id="16" name="TextBox 15">
            <a:extLst>
              <a:ext uri="{FF2B5EF4-FFF2-40B4-BE49-F238E27FC236}">
                <a16:creationId xmlns:a16="http://schemas.microsoft.com/office/drawing/2014/main" id="{F313C464-C98C-D4DB-C69A-BC79156B8EA1}"/>
              </a:ext>
            </a:extLst>
          </p:cNvPr>
          <p:cNvSpPr txBox="1"/>
          <p:nvPr/>
        </p:nvSpPr>
        <p:spPr>
          <a:xfrm>
            <a:off x="5279315" y="2348711"/>
            <a:ext cx="6234056" cy="1938992"/>
          </a:xfrm>
          <a:prstGeom prst="rect">
            <a:avLst/>
          </a:prstGeom>
          <a:noFill/>
        </p:spPr>
        <p:txBody>
          <a:bodyPr wrap="square">
            <a:spAutoFit/>
          </a:bodyPr>
          <a:lstStyle/>
          <a:p>
            <a:pPr marL="342900" indent="-342900">
              <a:buFont typeface="Courier New" panose="02070309020205020404" pitchFamily="49" charset="0"/>
              <a:buChar char="o"/>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Stem N₂O fluxes were </a:t>
            </a: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either emissions or uptake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depending on the height and the tree. </a:t>
            </a:r>
          </a:p>
          <a:p>
            <a:pPr marL="342900" indent="-342900">
              <a:buFont typeface="Courier New" panose="02070309020205020404" pitchFamily="49" charset="0"/>
              <a:buChar char="o"/>
            </a:pPr>
            <a:endParaRPr lang="en-US" sz="2000" dirty="0">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endParaRPr lang="en-US" sz="2000" dirty="0">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It is </a:t>
            </a:r>
            <a:r>
              <a:rPr lang="en-US" sz="2000" b="1" dirty="0">
                <a:latin typeface="Times New Roman" panose="02020603050405020304" pitchFamily="18" charset="0"/>
                <a:cs typeface="Times New Roman" panose="02020603050405020304" pitchFamily="18" charset="0"/>
              </a:rPr>
              <a:t>difficult to generalize </a:t>
            </a:r>
            <a:r>
              <a:rPr lang="en-US" sz="2000" dirty="0">
                <a:latin typeface="Times New Roman" panose="02020603050405020304" pitchFamily="18" charset="0"/>
                <a:cs typeface="Times New Roman" panose="02020603050405020304" pitchFamily="18" charset="0"/>
              </a:rPr>
              <a:t>and mean of fluxes of the trees were near to zero.</a:t>
            </a:r>
          </a:p>
        </p:txBody>
      </p:sp>
      <p:pic>
        <p:nvPicPr>
          <p:cNvPr id="11" name="Picture 10">
            <a:extLst>
              <a:ext uri="{FF2B5EF4-FFF2-40B4-BE49-F238E27FC236}">
                <a16:creationId xmlns:a16="http://schemas.microsoft.com/office/drawing/2014/main" id="{D4324199-96D3-5617-8936-0B2D365A0283}"/>
              </a:ext>
            </a:extLst>
          </p:cNvPr>
          <p:cNvPicPr>
            <a:picLocks noChangeAspect="1"/>
          </p:cNvPicPr>
          <p:nvPr/>
        </p:nvPicPr>
        <p:blipFill>
          <a:blip r:embed="rId4"/>
          <a:stretch>
            <a:fillRect/>
          </a:stretch>
        </p:blipFill>
        <p:spPr>
          <a:xfrm rot="5400000">
            <a:off x="3195447" y="5427291"/>
            <a:ext cx="307954" cy="2476463"/>
          </a:xfrm>
          <a:prstGeom prst="rect">
            <a:avLst/>
          </a:prstGeom>
        </p:spPr>
      </p:pic>
    </p:spTree>
    <p:extLst>
      <p:ext uri="{BB962C8B-B14F-4D97-AF65-F5344CB8AC3E}">
        <p14:creationId xmlns:p14="http://schemas.microsoft.com/office/powerpoint/2010/main" val="4288505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BA51E-E31C-D127-00CF-4CC8E99333B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82C8BD5-15B4-659F-47F8-A856AD7B84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80222" y="775114"/>
            <a:ext cx="5613844" cy="3173043"/>
          </a:xfrm>
          <a:prstGeom prst="rect">
            <a:avLst/>
          </a:prstGeom>
        </p:spPr>
      </p:pic>
      <p:sp>
        <p:nvSpPr>
          <p:cNvPr id="6" name="TextBox 5">
            <a:extLst>
              <a:ext uri="{FF2B5EF4-FFF2-40B4-BE49-F238E27FC236}">
                <a16:creationId xmlns:a16="http://schemas.microsoft.com/office/drawing/2014/main" id="{D95B85FA-F463-FD8D-E364-48DEACAD4DAB}"/>
              </a:ext>
            </a:extLst>
          </p:cNvPr>
          <p:cNvSpPr txBox="1"/>
          <p:nvPr/>
        </p:nvSpPr>
        <p:spPr>
          <a:xfrm>
            <a:off x="769268" y="4621753"/>
            <a:ext cx="10764252" cy="1631216"/>
          </a:xfrm>
          <a:prstGeom prst="rect">
            <a:avLst/>
          </a:prstGeom>
          <a:noFill/>
        </p:spPr>
        <p:txBody>
          <a:bodyPr wrap="square">
            <a:spAutoFit/>
          </a:bodyPr>
          <a:lstStyle/>
          <a:p>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For CH</a:t>
            </a:r>
            <a:r>
              <a:rPr lang="en-US" sz="2000" baseline="-25000" dirty="0">
                <a:effectLst/>
                <a:latin typeface="Times New Roman" panose="02020603050405020304" pitchFamily="18" charset="0"/>
                <a:ea typeface="Times New Roman" panose="02020603050405020304" pitchFamily="18" charset="0"/>
                <a:cs typeface="Times New Roman" panose="02020603050405020304" pitchFamily="18" charset="0"/>
              </a:rPr>
              <a:t>4</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flux: </a:t>
            </a:r>
          </a:p>
          <a:p>
            <a:r>
              <a:rPr lang="en-US" sz="2000" dirty="0">
                <a:latin typeface="Times New Roman" panose="02020603050405020304" pitchFamily="18" charset="0"/>
                <a:ea typeface="Times New Roman" panose="02020603050405020304" pitchFamily="18" charset="0"/>
                <a:cs typeface="Times New Roman" panose="02020603050405020304" pitchFamily="18" charset="0"/>
              </a:rPr>
              <a:t>Forest floor around the trees showed both uptake (~100 µg C m⁻² s⁻¹) and emission (~60 µg C m⁻² s⁻¹).</a:t>
            </a:r>
          </a:p>
          <a:p>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ea typeface="Times New Roman" panose="02020603050405020304" pitchFamily="18" charset="0"/>
                <a:cs typeface="Times New Roman" panose="02020603050405020304" pitchFamily="18" charset="0"/>
              </a:rPr>
              <a:t>For </a:t>
            </a:r>
            <a:r>
              <a:rPr lang="en-US" sz="2000" dirty="0">
                <a:latin typeface="Times New Roman" panose="02020603050405020304" pitchFamily="18" charset="0"/>
                <a:cs typeface="Times New Roman" panose="02020603050405020304" pitchFamily="18" charset="0"/>
              </a:rPr>
              <a:t>N</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O</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flux: </a:t>
            </a:r>
          </a:p>
          <a:p>
            <a:r>
              <a:rPr lang="en-US" sz="2000" dirty="0">
                <a:latin typeface="Times New Roman" panose="02020603050405020304" pitchFamily="18" charset="0"/>
                <a:cs typeface="Times New Roman" panose="02020603050405020304" pitchFamily="18" charset="0"/>
              </a:rPr>
              <a:t>Forest floor showed variability of 10 (± 10) µg N m⁻² s⁻¹ for Tr2, and 3 (± 3) µg N m⁻² s⁻¹ for Tr3. </a:t>
            </a:r>
          </a:p>
        </p:txBody>
      </p:sp>
      <p:sp>
        <p:nvSpPr>
          <p:cNvPr id="4" name="Slide Number Placeholder 3">
            <a:extLst>
              <a:ext uri="{FF2B5EF4-FFF2-40B4-BE49-F238E27FC236}">
                <a16:creationId xmlns:a16="http://schemas.microsoft.com/office/drawing/2014/main" id="{EC954590-0A88-539F-200A-852CEEF2CCB4}"/>
              </a:ext>
            </a:extLst>
          </p:cNvPr>
          <p:cNvSpPr>
            <a:spLocks noGrp="1"/>
          </p:cNvSpPr>
          <p:nvPr>
            <p:ph type="sldNum" sz="quarter" idx="12"/>
          </p:nvPr>
        </p:nvSpPr>
        <p:spPr/>
        <p:txBody>
          <a:bodyPr/>
          <a:lstStyle/>
          <a:p>
            <a:fld id="{511E72FE-814A-43D7-AA66-638DB960BCF9}" type="slidenum">
              <a:rPr lang="en-US" smtClean="0"/>
              <a:t>12</a:t>
            </a:fld>
            <a:endParaRPr lang="en-US"/>
          </a:p>
        </p:txBody>
      </p:sp>
      <p:sp>
        <p:nvSpPr>
          <p:cNvPr id="5" name="Arrow: Pentagon 4">
            <a:extLst>
              <a:ext uri="{FF2B5EF4-FFF2-40B4-BE49-F238E27FC236}">
                <a16:creationId xmlns:a16="http://schemas.microsoft.com/office/drawing/2014/main" id="{F67FA213-953F-2108-0EA4-0EB6AAFCDA40}"/>
              </a:ext>
            </a:extLst>
          </p:cNvPr>
          <p:cNvSpPr/>
          <p:nvPr/>
        </p:nvSpPr>
        <p:spPr>
          <a:xfrm>
            <a:off x="214761" y="40035"/>
            <a:ext cx="4608699" cy="564995"/>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latin typeface="Times New Roman" panose="02020603050405020304" pitchFamily="18" charset="0"/>
                <a:cs typeface="Times New Roman" panose="02020603050405020304" pitchFamily="18" charset="0"/>
              </a:rPr>
              <a:t>Soil as source of forest fluxes ? </a:t>
            </a:r>
          </a:p>
        </p:txBody>
      </p:sp>
      <p:pic>
        <p:nvPicPr>
          <p:cNvPr id="9" name="Picture 8">
            <a:extLst>
              <a:ext uri="{FF2B5EF4-FFF2-40B4-BE49-F238E27FC236}">
                <a16:creationId xmlns:a16="http://schemas.microsoft.com/office/drawing/2014/main" id="{79099F77-C82E-9A1C-7410-AC5055CCA1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151394" y="747371"/>
            <a:ext cx="5660937" cy="3200786"/>
          </a:xfrm>
          <a:prstGeom prst="rect">
            <a:avLst/>
          </a:prstGeom>
        </p:spPr>
      </p:pic>
      <p:pic>
        <p:nvPicPr>
          <p:cNvPr id="7" name="Picture 6">
            <a:extLst>
              <a:ext uri="{FF2B5EF4-FFF2-40B4-BE49-F238E27FC236}">
                <a16:creationId xmlns:a16="http://schemas.microsoft.com/office/drawing/2014/main" id="{1904A16B-D21E-0433-5DEC-F698EB14B303}"/>
              </a:ext>
            </a:extLst>
          </p:cNvPr>
          <p:cNvPicPr>
            <a:picLocks noChangeAspect="1"/>
          </p:cNvPicPr>
          <p:nvPr/>
        </p:nvPicPr>
        <p:blipFill>
          <a:blip r:embed="rId4"/>
          <a:stretch>
            <a:fillRect/>
          </a:stretch>
        </p:blipFill>
        <p:spPr>
          <a:xfrm>
            <a:off x="583425" y="1141676"/>
            <a:ext cx="282884" cy="1917324"/>
          </a:xfrm>
          <a:prstGeom prst="rect">
            <a:avLst/>
          </a:prstGeom>
        </p:spPr>
      </p:pic>
      <p:pic>
        <p:nvPicPr>
          <p:cNvPr id="10" name="Picture 9">
            <a:extLst>
              <a:ext uri="{FF2B5EF4-FFF2-40B4-BE49-F238E27FC236}">
                <a16:creationId xmlns:a16="http://schemas.microsoft.com/office/drawing/2014/main" id="{9C1E1F9A-CA02-EEC0-6111-7B6A615F321E}"/>
              </a:ext>
            </a:extLst>
          </p:cNvPr>
          <p:cNvPicPr>
            <a:picLocks noChangeAspect="1"/>
          </p:cNvPicPr>
          <p:nvPr/>
        </p:nvPicPr>
        <p:blipFill>
          <a:blip r:embed="rId5"/>
          <a:stretch>
            <a:fillRect/>
          </a:stretch>
        </p:blipFill>
        <p:spPr>
          <a:xfrm>
            <a:off x="6222941" y="1001027"/>
            <a:ext cx="243416" cy="2127184"/>
          </a:xfrm>
          <a:prstGeom prst="rect">
            <a:avLst/>
          </a:prstGeom>
        </p:spPr>
      </p:pic>
    </p:spTree>
    <p:extLst>
      <p:ext uri="{BB962C8B-B14F-4D97-AF65-F5344CB8AC3E}">
        <p14:creationId xmlns:p14="http://schemas.microsoft.com/office/powerpoint/2010/main" val="1361246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637F6BD-E8EF-0494-3778-C6307350435C}"/>
              </a:ext>
            </a:extLst>
          </p:cNvPr>
          <p:cNvSpPr>
            <a:spLocks noGrp="1"/>
          </p:cNvSpPr>
          <p:nvPr>
            <p:ph type="sldNum" sz="quarter" idx="12"/>
          </p:nvPr>
        </p:nvSpPr>
        <p:spPr/>
        <p:txBody>
          <a:bodyPr/>
          <a:lstStyle/>
          <a:p>
            <a:fld id="{511E72FE-814A-43D7-AA66-638DB960BCF9}" type="slidenum">
              <a:rPr lang="en-US" smtClean="0"/>
              <a:t>13</a:t>
            </a:fld>
            <a:endParaRPr lang="en-US"/>
          </a:p>
        </p:txBody>
      </p:sp>
      <p:sp>
        <p:nvSpPr>
          <p:cNvPr id="5" name="Arrow: Pentagon 4">
            <a:extLst>
              <a:ext uri="{FF2B5EF4-FFF2-40B4-BE49-F238E27FC236}">
                <a16:creationId xmlns:a16="http://schemas.microsoft.com/office/drawing/2014/main" id="{CD722B2D-9CDA-3657-2AFD-774F36244E49}"/>
              </a:ext>
            </a:extLst>
          </p:cNvPr>
          <p:cNvSpPr/>
          <p:nvPr/>
        </p:nvSpPr>
        <p:spPr>
          <a:xfrm>
            <a:off x="214760" y="40035"/>
            <a:ext cx="6676693" cy="606735"/>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200" dirty="0">
                <a:latin typeface="Times New Roman" panose="02020603050405020304" pitchFamily="18" charset="0"/>
                <a:ea typeface="Times New Roman" panose="02020603050405020304" pitchFamily="18" charset="0"/>
              </a:rPr>
              <a:t>Stem traits as determinants of stem GHG fluxes ?</a:t>
            </a:r>
            <a:endParaRPr lang="en-US" sz="2200" dirty="0"/>
          </a:p>
        </p:txBody>
      </p:sp>
      <p:pic>
        <p:nvPicPr>
          <p:cNvPr id="31" name="Picture 30">
            <a:extLst>
              <a:ext uri="{FF2B5EF4-FFF2-40B4-BE49-F238E27FC236}">
                <a16:creationId xmlns:a16="http://schemas.microsoft.com/office/drawing/2014/main" id="{30D77C0B-4039-E397-6FD6-82AE6218BB91}"/>
              </a:ext>
            </a:extLst>
          </p:cNvPr>
          <p:cNvPicPr>
            <a:picLocks noChangeAspect="1"/>
          </p:cNvPicPr>
          <p:nvPr/>
        </p:nvPicPr>
        <p:blipFill>
          <a:blip r:embed="rId3"/>
          <a:stretch>
            <a:fillRect/>
          </a:stretch>
        </p:blipFill>
        <p:spPr>
          <a:xfrm>
            <a:off x="10510" y="657280"/>
            <a:ext cx="8195733" cy="5990879"/>
          </a:xfrm>
          <a:prstGeom prst="rect">
            <a:avLst/>
          </a:prstGeom>
        </p:spPr>
      </p:pic>
      <p:pic>
        <p:nvPicPr>
          <p:cNvPr id="29" name="Picture 28">
            <a:extLst>
              <a:ext uri="{FF2B5EF4-FFF2-40B4-BE49-F238E27FC236}">
                <a16:creationId xmlns:a16="http://schemas.microsoft.com/office/drawing/2014/main" id="{D9E0CBB6-F839-82D2-6DED-4EFB477D91CA}"/>
              </a:ext>
            </a:extLst>
          </p:cNvPr>
          <p:cNvPicPr>
            <a:picLocks noChangeAspect="1"/>
          </p:cNvPicPr>
          <p:nvPr/>
        </p:nvPicPr>
        <p:blipFill>
          <a:blip r:embed="rId4"/>
          <a:stretch>
            <a:fillRect/>
          </a:stretch>
        </p:blipFill>
        <p:spPr>
          <a:xfrm>
            <a:off x="5472256" y="758399"/>
            <a:ext cx="8048707" cy="5900270"/>
          </a:xfrm>
          <a:prstGeom prst="rect">
            <a:avLst/>
          </a:prstGeom>
        </p:spPr>
      </p:pic>
      <p:pic>
        <p:nvPicPr>
          <p:cNvPr id="30" name="Picture 29">
            <a:extLst>
              <a:ext uri="{FF2B5EF4-FFF2-40B4-BE49-F238E27FC236}">
                <a16:creationId xmlns:a16="http://schemas.microsoft.com/office/drawing/2014/main" id="{CD60999E-B3FB-B64A-9F05-562576D039EF}"/>
              </a:ext>
            </a:extLst>
          </p:cNvPr>
          <p:cNvPicPr>
            <a:picLocks noChangeAspect="1"/>
          </p:cNvPicPr>
          <p:nvPr/>
        </p:nvPicPr>
        <p:blipFill>
          <a:blip r:embed="rId5"/>
          <a:srcRect b="32823"/>
          <a:stretch>
            <a:fillRect/>
          </a:stretch>
        </p:blipFill>
        <p:spPr>
          <a:xfrm>
            <a:off x="5438390" y="2611883"/>
            <a:ext cx="8048707" cy="3978102"/>
          </a:xfrm>
          <a:prstGeom prst="rect">
            <a:avLst/>
          </a:prstGeom>
        </p:spPr>
      </p:pic>
      <p:pic>
        <p:nvPicPr>
          <p:cNvPr id="3" name="Picture 2">
            <a:extLst>
              <a:ext uri="{FF2B5EF4-FFF2-40B4-BE49-F238E27FC236}">
                <a16:creationId xmlns:a16="http://schemas.microsoft.com/office/drawing/2014/main" id="{F91CD93F-65F6-704E-30C8-B319ABE18CE6}"/>
              </a:ext>
            </a:extLst>
          </p:cNvPr>
          <p:cNvPicPr>
            <a:picLocks noChangeAspect="1"/>
          </p:cNvPicPr>
          <p:nvPr/>
        </p:nvPicPr>
        <p:blipFill>
          <a:blip r:embed="rId6"/>
          <a:stretch>
            <a:fillRect/>
          </a:stretch>
        </p:blipFill>
        <p:spPr>
          <a:xfrm>
            <a:off x="10881345" y="4736873"/>
            <a:ext cx="2639618" cy="1746051"/>
          </a:xfrm>
          <a:prstGeom prst="rect">
            <a:avLst/>
          </a:prstGeom>
        </p:spPr>
      </p:pic>
    </p:spTree>
    <p:extLst>
      <p:ext uri="{BB962C8B-B14F-4D97-AF65-F5344CB8AC3E}">
        <p14:creationId xmlns:p14="http://schemas.microsoft.com/office/powerpoint/2010/main" val="2203546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1427A-B40E-B7AE-6028-5AF9D3CC8C5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4D9D326-434A-2330-D09F-7A6515238C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95261" y="3470096"/>
            <a:ext cx="4426633" cy="2926080"/>
          </a:xfrm>
          <a:prstGeom prst="rect">
            <a:avLst/>
          </a:prstGeom>
        </p:spPr>
      </p:pic>
      <p:pic>
        <p:nvPicPr>
          <p:cNvPr id="5" name="Picture 4">
            <a:extLst>
              <a:ext uri="{FF2B5EF4-FFF2-40B4-BE49-F238E27FC236}">
                <a16:creationId xmlns:a16="http://schemas.microsoft.com/office/drawing/2014/main" id="{5D2C2D6C-C5F6-F53D-302D-76013CA0AE0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474253" y="516726"/>
            <a:ext cx="4426633" cy="2926080"/>
          </a:xfrm>
          <a:prstGeom prst="rect">
            <a:avLst/>
          </a:prstGeom>
        </p:spPr>
      </p:pic>
      <p:pic>
        <p:nvPicPr>
          <p:cNvPr id="6" name="Picture 5">
            <a:extLst>
              <a:ext uri="{FF2B5EF4-FFF2-40B4-BE49-F238E27FC236}">
                <a16:creationId xmlns:a16="http://schemas.microsoft.com/office/drawing/2014/main" id="{547A10DA-5D1C-B6AF-E41D-BB2BFAC9285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168442" y="3470585"/>
            <a:ext cx="4425155" cy="2925102"/>
          </a:xfrm>
          <a:prstGeom prst="rect">
            <a:avLst/>
          </a:prstGeom>
        </p:spPr>
      </p:pic>
      <p:sp>
        <p:nvSpPr>
          <p:cNvPr id="8" name="TextBox 7">
            <a:extLst>
              <a:ext uri="{FF2B5EF4-FFF2-40B4-BE49-F238E27FC236}">
                <a16:creationId xmlns:a16="http://schemas.microsoft.com/office/drawing/2014/main" id="{C78AC4C5-1FE0-6F73-9137-1782F8BAD705}"/>
              </a:ext>
            </a:extLst>
          </p:cNvPr>
          <p:cNvSpPr txBox="1"/>
          <p:nvPr/>
        </p:nvSpPr>
        <p:spPr>
          <a:xfrm>
            <a:off x="127006" y="3632780"/>
            <a:ext cx="3041436" cy="2600712"/>
          </a:xfrm>
          <a:prstGeom prst="rect">
            <a:avLst/>
          </a:prstGeom>
          <a:noFill/>
        </p:spPr>
        <p:txBody>
          <a:bodyPr wrap="square">
            <a:spAutoFit/>
          </a:bodyPr>
          <a:lstStyle/>
          <a:p>
            <a:pPr marL="0" marR="0">
              <a:spcAft>
                <a:spcPts val="800"/>
              </a:spcAft>
              <a:buNone/>
            </a:pPr>
            <a:r>
              <a:rPr lang="en-US" sz="1100" b="1" i="1">
                <a:effectLst/>
                <a:latin typeface="Times New Roman" panose="02020603050405020304" pitchFamily="18" charset="0"/>
                <a:ea typeface="Times New Roman" panose="02020603050405020304" pitchFamily="18" charset="0"/>
                <a:cs typeface="Aptos" panose="020B0004020202020204" pitchFamily="34" charset="0"/>
              </a:rPr>
              <a:t>Figure: </a:t>
            </a:r>
            <a:r>
              <a:rPr lang="en-US" sz="1100" i="1">
                <a:effectLst/>
                <a:latin typeface="Times New Roman" panose="02020603050405020304" pitchFamily="18" charset="0"/>
                <a:ea typeface="Times New Roman" panose="02020603050405020304" pitchFamily="18" charset="0"/>
                <a:cs typeface="Aptos" panose="020B0004020202020204" pitchFamily="34" charset="0"/>
              </a:rPr>
              <a:t>Linear relationships between flux and tree traits. </a:t>
            </a:r>
          </a:p>
          <a:p>
            <a:pPr marL="0" marR="0">
              <a:spcAft>
                <a:spcPts val="800"/>
              </a:spcAft>
              <a:buNone/>
            </a:pPr>
            <a:r>
              <a:rPr lang="en-US" sz="1100" i="1">
                <a:effectLst/>
                <a:latin typeface="Times New Roman" panose="02020603050405020304" pitchFamily="18" charset="0"/>
                <a:ea typeface="Times New Roman" panose="02020603050405020304" pitchFamily="18" charset="0"/>
                <a:cs typeface="Aptos" panose="020B0004020202020204" pitchFamily="34" charset="0"/>
              </a:rPr>
              <a:t>Each tree is represented by a unique circular color: Tree 1 in red, Tree 2 in green, and Tree 3 in blue. </a:t>
            </a:r>
          </a:p>
          <a:p>
            <a:pPr marL="0" marR="0">
              <a:spcAft>
                <a:spcPts val="800"/>
              </a:spcAft>
              <a:buNone/>
            </a:pPr>
            <a:r>
              <a:rPr lang="en-US" sz="1100" i="1">
                <a:effectLst/>
                <a:latin typeface="Times New Roman" panose="02020603050405020304" pitchFamily="18" charset="0"/>
                <a:ea typeface="Times New Roman" panose="02020603050405020304" pitchFamily="18" charset="0"/>
                <a:cs typeface="Aptos" panose="020B0004020202020204" pitchFamily="34" charset="0"/>
              </a:rPr>
              <a:t>Data points exceeding the 95th percentile in overall flux or tree traits value are circled in black. </a:t>
            </a:r>
          </a:p>
          <a:p>
            <a:pPr marL="0" marR="0">
              <a:spcAft>
                <a:spcPts val="800"/>
              </a:spcAft>
              <a:buNone/>
            </a:pPr>
            <a:r>
              <a:rPr lang="en-US" sz="1100" i="1">
                <a:effectLst/>
                <a:latin typeface="Times New Roman" panose="02020603050405020304" pitchFamily="18" charset="0"/>
                <a:ea typeface="Times New Roman" panose="02020603050405020304" pitchFamily="18" charset="0"/>
                <a:cs typeface="Aptos" panose="020B0004020202020204" pitchFamily="34" charset="0"/>
              </a:rPr>
              <a:t>The overall linear fit considering all data (black dashed line) is shown for all the plots, while individual tree regression lines and shading of ±1 residual standard deviation are shown only when R2 &gt; 0.25 or p-value &lt; 0.05.</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10" name="TextBox 9">
            <a:extLst>
              <a:ext uri="{FF2B5EF4-FFF2-40B4-BE49-F238E27FC236}">
                <a16:creationId xmlns:a16="http://schemas.microsoft.com/office/drawing/2014/main" id="{B6342FCE-739C-4C37-774C-AC5A49906A03}"/>
              </a:ext>
            </a:extLst>
          </p:cNvPr>
          <p:cNvSpPr txBox="1"/>
          <p:nvPr/>
        </p:nvSpPr>
        <p:spPr>
          <a:xfrm>
            <a:off x="214760" y="1529772"/>
            <a:ext cx="6107986" cy="707886"/>
          </a:xfrm>
          <a:prstGeom prst="rect">
            <a:avLst/>
          </a:prstGeom>
          <a:noFill/>
        </p:spPr>
        <p:txBody>
          <a:bodyPr wrap="square">
            <a:spAutoFit/>
          </a:bodyPr>
          <a:lstStyle/>
          <a:p>
            <a:pPr marL="342900" indent="-342900">
              <a:buFont typeface="Courier New" panose="02070309020205020404" pitchFamily="49" charset="0"/>
              <a:buChar char="o"/>
            </a:pPr>
            <a:r>
              <a:rPr lang="en-US" sz="2000" dirty="0">
                <a:latin typeface="Times New Roman" panose="02020603050405020304" pitchFamily="18" charset="0"/>
                <a:ea typeface="Times New Roman" panose="02020603050405020304" pitchFamily="18" charset="0"/>
              </a:rPr>
              <a:t>Some tree traits seem linear to the fluxes (R</a:t>
            </a:r>
            <a:r>
              <a:rPr lang="en-US" sz="2000" baseline="30000" dirty="0">
                <a:latin typeface="Times New Roman" panose="02020603050405020304" pitchFamily="18" charset="0"/>
                <a:ea typeface="Times New Roman" panose="02020603050405020304" pitchFamily="18" charset="0"/>
              </a:rPr>
              <a:t>2</a:t>
            </a:r>
            <a:r>
              <a:rPr lang="en-US" sz="2000" dirty="0">
                <a:latin typeface="Times New Roman" panose="02020603050405020304" pitchFamily="18" charset="0"/>
                <a:ea typeface="Times New Roman" panose="02020603050405020304" pitchFamily="18" charset="0"/>
              </a:rPr>
              <a:t> &gt; 0.25),</a:t>
            </a:r>
          </a:p>
          <a:p>
            <a:r>
              <a:rPr lang="en-US" sz="2000" dirty="0">
                <a:effectLst/>
                <a:latin typeface="Times New Roman" panose="02020603050405020304" pitchFamily="18" charset="0"/>
                <a:ea typeface="Times New Roman" panose="02020603050405020304" pitchFamily="18" charset="0"/>
              </a:rPr>
              <a:t>	they failed to reach statistical significance of 5%. </a:t>
            </a:r>
            <a:endParaRPr lang="en-US" sz="2000" dirty="0"/>
          </a:p>
        </p:txBody>
      </p:sp>
      <p:sp>
        <p:nvSpPr>
          <p:cNvPr id="2" name="Slide Number Placeholder 1">
            <a:extLst>
              <a:ext uri="{FF2B5EF4-FFF2-40B4-BE49-F238E27FC236}">
                <a16:creationId xmlns:a16="http://schemas.microsoft.com/office/drawing/2014/main" id="{B2524570-2EBB-A2D0-6B93-F97181ECDFDC}"/>
              </a:ext>
            </a:extLst>
          </p:cNvPr>
          <p:cNvSpPr>
            <a:spLocks noGrp="1"/>
          </p:cNvSpPr>
          <p:nvPr>
            <p:ph type="sldNum" sz="quarter" idx="12"/>
          </p:nvPr>
        </p:nvSpPr>
        <p:spPr/>
        <p:txBody>
          <a:bodyPr/>
          <a:lstStyle/>
          <a:p>
            <a:fld id="{511E72FE-814A-43D7-AA66-638DB960BCF9}" type="slidenum">
              <a:rPr lang="en-US" smtClean="0"/>
              <a:t>14</a:t>
            </a:fld>
            <a:endParaRPr lang="en-US"/>
          </a:p>
        </p:txBody>
      </p:sp>
      <p:sp>
        <p:nvSpPr>
          <p:cNvPr id="3" name="Arrow: Pentagon 2">
            <a:extLst>
              <a:ext uri="{FF2B5EF4-FFF2-40B4-BE49-F238E27FC236}">
                <a16:creationId xmlns:a16="http://schemas.microsoft.com/office/drawing/2014/main" id="{E2C83B91-0CD0-112D-B19F-48713DF23189}"/>
              </a:ext>
            </a:extLst>
          </p:cNvPr>
          <p:cNvSpPr/>
          <p:nvPr/>
        </p:nvSpPr>
        <p:spPr>
          <a:xfrm>
            <a:off x="214760" y="40035"/>
            <a:ext cx="6676693" cy="606735"/>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200" dirty="0">
                <a:latin typeface="Times New Roman" panose="02020603050405020304" pitchFamily="18" charset="0"/>
                <a:ea typeface="Times New Roman" panose="02020603050405020304" pitchFamily="18" charset="0"/>
              </a:rPr>
              <a:t>Stem traits as determinants of stem GHG fluxes ?</a:t>
            </a:r>
            <a:endParaRPr lang="en-US" sz="2200" dirty="0"/>
          </a:p>
        </p:txBody>
      </p:sp>
    </p:spTree>
    <p:extLst>
      <p:ext uri="{BB962C8B-B14F-4D97-AF65-F5344CB8AC3E}">
        <p14:creationId xmlns:p14="http://schemas.microsoft.com/office/powerpoint/2010/main" val="708690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4E7E7-A298-7611-2451-5422B177B0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82C40F-CB6E-9B2F-3C8C-24A69B0F72E6}"/>
              </a:ext>
            </a:extLst>
          </p:cNvPr>
          <p:cNvSpPr txBox="1"/>
          <p:nvPr/>
        </p:nvSpPr>
        <p:spPr>
          <a:xfrm>
            <a:off x="802639" y="1551498"/>
            <a:ext cx="4127169" cy="2862322"/>
          </a:xfrm>
          <a:prstGeom prst="rect">
            <a:avLst/>
          </a:prstGeom>
          <a:noFill/>
        </p:spPr>
        <p:txBody>
          <a:bodyPr wrap="square">
            <a:spAutoFit/>
          </a:bodyPr>
          <a:lstStyle/>
          <a:p>
            <a:endParaRPr lang="en-US" sz="1800" b="1" dirty="0">
              <a:effectLst/>
              <a:latin typeface="Times New Roman" panose="02020603050405020304" pitchFamily="18" charset="0"/>
              <a:ea typeface="Times New Roman" panose="02020603050405020304" pitchFamily="18" charset="0"/>
            </a:endParaRPr>
          </a:p>
          <a:p>
            <a:r>
              <a:rPr lang="en-US" sz="1800" b="1" dirty="0">
                <a:effectLst/>
                <a:latin typeface="Times New Roman" panose="02020603050405020304" pitchFamily="18" charset="0"/>
                <a:ea typeface="Times New Roman" panose="02020603050405020304" pitchFamily="18" charset="0"/>
              </a:rPr>
              <a:t>Akaike information criterion (AIC) </a:t>
            </a:r>
          </a:p>
          <a:p>
            <a:endParaRPr lang="en-US" dirty="0">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dirty="0">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dirty="0">
              <a:latin typeface="Times New Roman" panose="02020603050405020304" pitchFamily="18" charset="0"/>
              <a:ea typeface="Times New Roman" panose="02020603050405020304" pitchFamily="18" charset="0"/>
            </a:endParaRPr>
          </a:p>
          <a:p>
            <a:endParaRPr lang="en-US" dirty="0">
              <a:latin typeface="Times New Roman" panose="02020603050405020304" pitchFamily="18" charset="0"/>
              <a:ea typeface="Times New Roman" panose="02020603050405020304" pitchFamily="18" charset="0"/>
            </a:endParaRPr>
          </a:p>
          <a:p>
            <a:endParaRPr lang="en-US" dirty="0">
              <a:latin typeface="Times New Roman" panose="02020603050405020304" pitchFamily="18" charset="0"/>
              <a:ea typeface="Times New Roman" panose="02020603050405020304" pitchFamily="18" charset="0"/>
            </a:endParaRPr>
          </a:p>
          <a:p>
            <a:r>
              <a:rPr lang="en-US" b="1" dirty="0">
                <a:latin typeface="Times New Roman" panose="02020603050405020304" pitchFamily="18" charset="0"/>
                <a:ea typeface="Times New Roman" panose="02020603050405020304" pitchFamily="18" charset="0"/>
              </a:rPr>
              <a:t>A</a:t>
            </a:r>
            <a:r>
              <a:rPr lang="en-US" sz="1800" b="1" dirty="0">
                <a:effectLst/>
                <a:latin typeface="Times New Roman" panose="02020603050405020304" pitchFamily="18" charset="0"/>
                <a:ea typeface="Times New Roman" panose="02020603050405020304" pitchFamily="18" charset="0"/>
              </a:rPr>
              <a:t>djusted R</a:t>
            </a:r>
            <a:r>
              <a:rPr lang="en-US" sz="1800" b="1" baseline="30000" dirty="0">
                <a:effectLst/>
                <a:latin typeface="Times New Roman" panose="02020603050405020304" pitchFamily="18" charset="0"/>
                <a:ea typeface="Times New Roman" panose="02020603050405020304" pitchFamily="18" charset="0"/>
              </a:rPr>
              <a:t>2</a:t>
            </a:r>
            <a:endParaRPr lang="en-US" b="1"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0EEE99B-449D-88B4-2D9F-359D4CB1EEB0}"/>
                  </a:ext>
                </a:extLst>
              </p:cNvPr>
              <p:cNvSpPr txBox="1"/>
              <p:nvPr/>
            </p:nvSpPr>
            <p:spPr>
              <a:xfrm>
                <a:off x="1580743" y="2151764"/>
                <a:ext cx="3953365" cy="1077218"/>
              </a:xfrm>
              <a:prstGeom prst="rect">
                <a:avLst/>
              </a:prstGeom>
              <a:noFill/>
            </p:spPr>
            <p:txBody>
              <a:bodyPr wrap="square">
                <a:spAutoFit/>
              </a:bodyPr>
              <a:lstStyle/>
              <a:p>
                <a:pPr/>
                <a14:m>
                  <m:oMathPara xmlns:m="http://schemas.openxmlformats.org/officeDocument/2006/math">
                    <m:oMathParaPr>
                      <m:jc m:val="left"/>
                    </m:oMathParaPr>
                    <m:oMath>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𝐴𝐼𝐶</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𝑙𝑛</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𝐿</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1600">
                    <a:latin typeface="Times New Roman" panose="02020603050405020304" pitchFamily="18" charset="0"/>
                    <a:ea typeface="Times New Roman" panose="02020603050405020304" pitchFamily="18" charset="0"/>
                    <a:cs typeface="Times New Roman" panose="02020603050405020304" pitchFamily="18" charset="0"/>
                  </a:rPr>
                  <a:t>where, </a:t>
                </a:r>
              </a:p>
              <a:p>
                <a:pPr lvl="1"/>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K is the number of parameters,</a:t>
                </a:r>
              </a:p>
              <a:p>
                <a:pPr lvl="1"/>
                <a14:m>
                  <m:oMath xmlns:m="http://schemas.openxmlformats.org/officeDocument/2006/math">
                    <m:r>
                      <a:rPr lang="en-US" sz="1600" i="1">
                        <a:latin typeface="Cambria Math" panose="02040503050406030204" pitchFamily="18" charset="0"/>
                      </a:rPr>
                      <m:t>𝐿</m:t>
                    </m:r>
                  </m:oMath>
                </a14:m>
                <a:r>
                  <a:rPr lang="en-US" sz="1600">
                    <a:latin typeface="Times New Roman" panose="02020603050405020304" pitchFamily="18" charset="0"/>
                    <a:cs typeface="Times New Roman" panose="02020603050405020304" pitchFamily="18" charset="0"/>
                  </a:rPr>
                  <a:t> is the maximum likelihood estimate.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90EEE99B-449D-88B4-2D9F-359D4CB1EEB0}"/>
                  </a:ext>
                </a:extLst>
              </p:cNvPr>
              <p:cNvSpPr txBox="1">
                <a:spLocks noRot="1" noChangeAspect="1" noMove="1" noResize="1" noEditPoints="1" noAdjustHandles="1" noChangeArrowheads="1" noChangeShapeType="1" noTextEdit="1"/>
              </p:cNvSpPr>
              <p:nvPr/>
            </p:nvSpPr>
            <p:spPr>
              <a:xfrm>
                <a:off x="1580743" y="2151764"/>
                <a:ext cx="3953365" cy="1077218"/>
              </a:xfrm>
              <a:prstGeom prst="rect">
                <a:avLst/>
              </a:prstGeom>
              <a:blipFill>
                <a:blip r:embed="rId3"/>
                <a:stretch>
                  <a:fillRect l="-770" b="-6215"/>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982CDCD9-FDA6-95B7-8E05-00F7615E785B}"/>
              </a:ext>
            </a:extLst>
          </p:cNvPr>
          <p:cNvSpPr txBox="1"/>
          <p:nvPr/>
        </p:nvSpPr>
        <p:spPr>
          <a:xfrm>
            <a:off x="8154949" y="2263083"/>
            <a:ext cx="3732252" cy="2862322"/>
          </a:xfrm>
          <a:prstGeom prst="rect">
            <a:avLst/>
          </a:prstGeom>
          <a:ln>
            <a:solidFill>
              <a:schemeClr val="accent6">
                <a:lumMod val="75000"/>
              </a:schemeClr>
            </a:solidFill>
          </a:ln>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Why these criteria?</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Penalizes model with more  parameters or sample size</a:t>
            </a:r>
          </a:p>
          <a:p>
            <a:pPr marL="342900" indent="-342900">
              <a:buFont typeface="Courier New" panose="02070309020205020404" pitchFamily="49" charset="0"/>
              <a:buChar char="o"/>
            </a:pPr>
            <a:endPar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Balance goodness-of-fit, a</a:t>
            </a:r>
            <a:r>
              <a:rPr lang="en-US" sz="2000" dirty="0">
                <a:solidFill>
                  <a:schemeClr val="tx1"/>
                </a:solidFill>
                <a:latin typeface="Times New Roman" panose="02020603050405020304" pitchFamily="18" charset="0"/>
                <a:cs typeface="Times New Roman" panose="02020603050405020304" pitchFamily="18" charset="0"/>
              </a:rPr>
              <a:t>void overfitting by discouraging unnecessary complexity</a:t>
            </a:r>
          </a:p>
          <a:p>
            <a:endParaRPr lang="en-US" sz="20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CDE29E80-4934-1CBF-D591-46C866F9A506}"/>
              </a:ext>
            </a:extLst>
          </p:cNvPr>
          <p:cNvPicPr>
            <a:picLocks noChangeAspect="1"/>
          </p:cNvPicPr>
          <p:nvPr/>
        </p:nvPicPr>
        <p:blipFill>
          <a:blip r:embed="rId4"/>
          <a:srcRect l="34784"/>
          <a:stretch>
            <a:fillRect/>
          </a:stretch>
        </p:blipFill>
        <p:spPr>
          <a:xfrm>
            <a:off x="2320908" y="4219993"/>
            <a:ext cx="2058052" cy="651799"/>
          </a:xfrm>
          <a:prstGeom prst="rect">
            <a:avLst/>
          </a:prstGeom>
        </p:spPr>
      </p:pic>
      <p:sp>
        <p:nvSpPr>
          <p:cNvPr id="12" name="TextBox 11">
            <a:extLst>
              <a:ext uri="{FF2B5EF4-FFF2-40B4-BE49-F238E27FC236}">
                <a16:creationId xmlns:a16="http://schemas.microsoft.com/office/drawing/2014/main" id="{5D99B4F3-2B91-5A06-B03D-5C89085F9690}"/>
              </a:ext>
            </a:extLst>
          </p:cNvPr>
          <p:cNvSpPr txBox="1"/>
          <p:nvPr/>
        </p:nvSpPr>
        <p:spPr>
          <a:xfrm>
            <a:off x="1580743" y="4361226"/>
            <a:ext cx="1105231" cy="369332"/>
          </a:xfrm>
          <a:prstGeom prst="rect">
            <a:avLst/>
          </a:prstGeom>
          <a:noFill/>
        </p:spPr>
        <p:txBody>
          <a:bodyPr wrap="square" rtlCol="0">
            <a:spAutoFit/>
          </a:bodyPr>
          <a:lstStyle/>
          <a:p>
            <a:r>
              <a:rPr lang="en-US"/>
              <a:t>adj_R</a:t>
            </a:r>
            <a:r>
              <a:rPr lang="en-US" baseline="30000"/>
              <a:t>2</a:t>
            </a:r>
          </a:p>
        </p:txBody>
      </p:sp>
      <p:sp>
        <p:nvSpPr>
          <p:cNvPr id="15" name="TextBox 14">
            <a:extLst>
              <a:ext uri="{FF2B5EF4-FFF2-40B4-BE49-F238E27FC236}">
                <a16:creationId xmlns:a16="http://schemas.microsoft.com/office/drawing/2014/main" id="{84133578-6C52-591A-5CC0-9980A8427F04}"/>
              </a:ext>
            </a:extLst>
          </p:cNvPr>
          <p:cNvSpPr txBox="1"/>
          <p:nvPr/>
        </p:nvSpPr>
        <p:spPr>
          <a:xfrm>
            <a:off x="1597817" y="4706236"/>
            <a:ext cx="4498030" cy="1077218"/>
          </a:xfrm>
          <a:prstGeom prst="rect">
            <a:avLst/>
          </a:prstGeom>
          <a:noFill/>
        </p:spPr>
        <p:txBody>
          <a:bodyPr wrap="square">
            <a:spAutoFit/>
          </a:bodyPr>
          <a:lstStyle/>
          <a:p>
            <a:r>
              <a:rPr lang="en-US" sz="1600">
                <a:latin typeface="Times New Roman" panose="02020603050405020304" pitchFamily="18" charset="0"/>
                <a:ea typeface="Times New Roman" panose="02020603050405020304" pitchFamily="18" charset="0"/>
              </a:rPr>
              <a:t>w</a:t>
            </a:r>
            <a:r>
              <a:rPr lang="en-US" sz="1600">
                <a:effectLst/>
                <a:latin typeface="Times New Roman" panose="02020603050405020304" pitchFamily="18" charset="0"/>
                <a:ea typeface="Times New Roman" panose="02020603050405020304" pitchFamily="18" charset="0"/>
              </a:rPr>
              <a:t>here, </a:t>
            </a:r>
          </a:p>
          <a:p>
            <a:pPr lvl="1"/>
            <a:r>
              <a:rPr lang="en-US" sz="1600">
                <a:effectLst/>
                <a:latin typeface="Times New Roman" panose="02020603050405020304" pitchFamily="18" charset="0"/>
                <a:ea typeface="Times New Roman" panose="02020603050405020304" pitchFamily="18" charset="0"/>
              </a:rPr>
              <a:t>R</a:t>
            </a:r>
            <a:r>
              <a:rPr lang="en-US" sz="1600" baseline="30000">
                <a:effectLst/>
                <a:latin typeface="Times New Roman" panose="02020603050405020304" pitchFamily="18" charset="0"/>
                <a:ea typeface="Times New Roman" panose="02020603050405020304" pitchFamily="18" charset="0"/>
              </a:rPr>
              <a:t>2</a:t>
            </a:r>
            <a:r>
              <a:rPr lang="en-US" sz="1600">
                <a:effectLst/>
                <a:latin typeface="Times New Roman" panose="02020603050405020304" pitchFamily="18" charset="0"/>
                <a:ea typeface="Times New Roman" panose="02020603050405020304" pitchFamily="18" charset="0"/>
              </a:rPr>
              <a:t> is the regular R-squared, </a:t>
            </a:r>
          </a:p>
          <a:p>
            <a:pPr lvl="1"/>
            <a:r>
              <a:rPr lang="en-US" sz="1600">
                <a:effectLst/>
                <a:latin typeface="Times New Roman" panose="02020603050405020304" pitchFamily="18" charset="0"/>
                <a:ea typeface="Times New Roman" panose="02020603050405020304" pitchFamily="18" charset="0"/>
              </a:rPr>
              <a:t>n is the number of observations, </a:t>
            </a:r>
          </a:p>
          <a:p>
            <a:pPr lvl="1"/>
            <a:r>
              <a:rPr lang="en-US" sz="1600">
                <a:effectLst/>
                <a:latin typeface="Times New Roman" panose="02020603050405020304" pitchFamily="18" charset="0"/>
                <a:ea typeface="Times New Roman" panose="02020603050405020304" pitchFamily="18" charset="0"/>
              </a:rPr>
              <a:t>p is the number of predictors in the model. </a:t>
            </a:r>
            <a:endParaRPr lang="en-US" sz="1600"/>
          </a:p>
        </p:txBody>
      </p:sp>
      <p:sp>
        <p:nvSpPr>
          <p:cNvPr id="17" name="TextBox 16">
            <a:extLst>
              <a:ext uri="{FF2B5EF4-FFF2-40B4-BE49-F238E27FC236}">
                <a16:creationId xmlns:a16="http://schemas.microsoft.com/office/drawing/2014/main" id="{82747F2B-99B6-0B0B-706F-BBCD75DB07D3}"/>
              </a:ext>
            </a:extLst>
          </p:cNvPr>
          <p:cNvSpPr txBox="1"/>
          <p:nvPr/>
        </p:nvSpPr>
        <p:spPr>
          <a:xfrm>
            <a:off x="316362" y="1172842"/>
            <a:ext cx="3489020" cy="400110"/>
          </a:xfrm>
          <a:prstGeom prst="rect">
            <a:avLst/>
          </a:prstGeom>
          <a:noFill/>
        </p:spPr>
        <p:txBody>
          <a:bodyPr wrap="square">
            <a:spAutoFit/>
          </a:bodyPr>
          <a:lstStyle/>
          <a:p>
            <a:r>
              <a:rPr lang="en-US" sz="2000" u="sng" dirty="0">
                <a:latin typeface="Times New Roman" panose="02020603050405020304" pitchFamily="18" charset="0"/>
                <a:ea typeface="Times New Roman" panose="02020603050405020304" pitchFamily="18" charset="0"/>
              </a:rPr>
              <a:t>T</a:t>
            </a:r>
            <a:r>
              <a:rPr lang="en-US" sz="2000" u="sng" dirty="0">
                <a:effectLst/>
                <a:latin typeface="Times New Roman" panose="02020603050405020304" pitchFamily="18" charset="0"/>
                <a:ea typeface="Times New Roman" panose="02020603050405020304" pitchFamily="18" charset="0"/>
              </a:rPr>
              <a:t>wo model selection criteria:  </a:t>
            </a:r>
          </a:p>
        </p:txBody>
      </p:sp>
      <p:sp>
        <p:nvSpPr>
          <p:cNvPr id="18" name="TextBox 17">
            <a:extLst>
              <a:ext uri="{FF2B5EF4-FFF2-40B4-BE49-F238E27FC236}">
                <a16:creationId xmlns:a16="http://schemas.microsoft.com/office/drawing/2014/main" id="{38223E6F-E3BF-FD41-3A3F-7B8CE7ACA85E}"/>
              </a:ext>
            </a:extLst>
          </p:cNvPr>
          <p:cNvSpPr txBox="1"/>
          <p:nvPr/>
        </p:nvSpPr>
        <p:spPr>
          <a:xfrm>
            <a:off x="3195927" y="6257344"/>
            <a:ext cx="6020817" cy="4001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000" dirty="0">
                <a:latin typeface="Times New Roman" panose="02020603050405020304" pitchFamily="18" charset="0"/>
                <a:cs typeface="Times New Roman" panose="02020603050405020304" pitchFamily="18" charset="0"/>
              </a:rPr>
              <a:t>Selected three best models from each selection criteria </a:t>
            </a:r>
          </a:p>
        </p:txBody>
      </p:sp>
      <p:sp>
        <p:nvSpPr>
          <p:cNvPr id="3" name="Slide Number Placeholder 2">
            <a:extLst>
              <a:ext uri="{FF2B5EF4-FFF2-40B4-BE49-F238E27FC236}">
                <a16:creationId xmlns:a16="http://schemas.microsoft.com/office/drawing/2014/main" id="{78635C33-E4C6-0057-3FA0-EE1ED8B99573}"/>
              </a:ext>
            </a:extLst>
          </p:cNvPr>
          <p:cNvSpPr>
            <a:spLocks noGrp="1"/>
          </p:cNvSpPr>
          <p:nvPr>
            <p:ph type="sldNum" sz="quarter" idx="12"/>
          </p:nvPr>
        </p:nvSpPr>
        <p:spPr/>
        <p:txBody>
          <a:bodyPr/>
          <a:lstStyle/>
          <a:p>
            <a:fld id="{511E72FE-814A-43D7-AA66-638DB960BCF9}" type="slidenum">
              <a:rPr lang="en-US" smtClean="0"/>
              <a:t>15</a:t>
            </a:fld>
            <a:endParaRPr lang="en-US"/>
          </a:p>
        </p:txBody>
      </p:sp>
      <p:sp>
        <p:nvSpPr>
          <p:cNvPr id="4" name="Arrow: Pentagon 3">
            <a:extLst>
              <a:ext uri="{FF2B5EF4-FFF2-40B4-BE49-F238E27FC236}">
                <a16:creationId xmlns:a16="http://schemas.microsoft.com/office/drawing/2014/main" id="{89B9DC77-8C01-3427-783C-701D9E3474F9}"/>
              </a:ext>
            </a:extLst>
          </p:cNvPr>
          <p:cNvSpPr/>
          <p:nvPr/>
        </p:nvSpPr>
        <p:spPr>
          <a:xfrm>
            <a:off x="428985" y="75274"/>
            <a:ext cx="4874476" cy="606735"/>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latin typeface="Times New Roman" panose="02020603050405020304" pitchFamily="18" charset="0"/>
                <a:cs typeface="Times New Roman" panose="02020603050405020304" pitchFamily="18" charset="0"/>
              </a:rPr>
              <a:t>Multiple linear regression models</a:t>
            </a:r>
          </a:p>
        </p:txBody>
      </p:sp>
      <p:cxnSp>
        <p:nvCxnSpPr>
          <p:cNvPr id="8" name="Straight Connector 7">
            <a:extLst>
              <a:ext uri="{FF2B5EF4-FFF2-40B4-BE49-F238E27FC236}">
                <a16:creationId xmlns:a16="http://schemas.microsoft.com/office/drawing/2014/main" id="{67553619-A14D-8F43-0F00-1BED9DD411D3}"/>
              </a:ext>
            </a:extLst>
          </p:cNvPr>
          <p:cNvCxnSpPr>
            <a:cxnSpLocks/>
          </p:cNvCxnSpPr>
          <p:nvPr/>
        </p:nvCxnSpPr>
        <p:spPr>
          <a:xfrm>
            <a:off x="406400" y="1477818"/>
            <a:ext cx="9882909"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1817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27C95D-0077-2F40-B3C6-372916036817}"/>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7DD726C-C982-4F48-7D21-8BF9D2AD1E83}"/>
              </a:ext>
            </a:extLst>
          </p:cNvPr>
          <p:cNvGraphicFramePr>
            <a:graphicFrameLocks noGrp="1"/>
          </p:cNvGraphicFramePr>
          <p:nvPr>
            <p:extLst>
              <p:ext uri="{D42A27DB-BD31-4B8C-83A1-F6EECF244321}">
                <p14:modId xmlns:p14="http://schemas.microsoft.com/office/powerpoint/2010/main" val="2620648649"/>
              </p:ext>
            </p:extLst>
          </p:nvPr>
        </p:nvGraphicFramePr>
        <p:xfrm>
          <a:off x="586739" y="959827"/>
          <a:ext cx="11166945" cy="4743649"/>
        </p:xfrm>
        <a:graphic>
          <a:graphicData uri="http://schemas.openxmlformats.org/drawingml/2006/table">
            <a:tbl>
              <a:tblPr firstRow="1" firstCol="1" bandRow="1">
                <a:tableStyleId>{9D7B26C5-4107-4FEC-AEDC-1716B250A1EF}</a:tableStyleId>
              </a:tblPr>
              <a:tblGrid>
                <a:gridCol w="1449575">
                  <a:extLst>
                    <a:ext uri="{9D8B030D-6E8A-4147-A177-3AD203B41FA5}">
                      <a16:colId xmlns:a16="http://schemas.microsoft.com/office/drawing/2014/main" val="1819731670"/>
                    </a:ext>
                  </a:extLst>
                </a:gridCol>
                <a:gridCol w="6948660">
                  <a:extLst>
                    <a:ext uri="{9D8B030D-6E8A-4147-A177-3AD203B41FA5}">
                      <a16:colId xmlns:a16="http://schemas.microsoft.com/office/drawing/2014/main" val="3043696316"/>
                    </a:ext>
                  </a:extLst>
                </a:gridCol>
                <a:gridCol w="652007">
                  <a:extLst>
                    <a:ext uri="{9D8B030D-6E8A-4147-A177-3AD203B41FA5}">
                      <a16:colId xmlns:a16="http://schemas.microsoft.com/office/drawing/2014/main" val="3553096019"/>
                    </a:ext>
                  </a:extLst>
                </a:gridCol>
                <a:gridCol w="661485">
                  <a:extLst>
                    <a:ext uri="{9D8B030D-6E8A-4147-A177-3AD203B41FA5}">
                      <a16:colId xmlns:a16="http://schemas.microsoft.com/office/drawing/2014/main" val="36910357"/>
                    </a:ext>
                  </a:extLst>
                </a:gridCol>
                <a:gridCol w="727609">
                  <a:extLst>
                    <a:ext uri="{9D8B030D-6E8A-4147-A177-3AD203B41FA5}">
                      <a16:colId xmlns:a16="http://schemas.microsoft.com/office/drawing/2014/main" val="3390881151"/>
                    </a:ext>
                  </a:extLst>
                </a:gridCol>
                <a:gridCol w="727609">
                  <a:extLst>
                    <a:ext uri="{9D8B030D-6E8A-4147-A177-3AD203B41FA5}">
                      <a16:colId xmlns:a16="http://schemas.microsoft.com/office/drawing/2014/main" val="147433434"/>
                    </a:ext>
                  </a:extLst>
                </a:gridCol>
              </a:tblGrid>
              <a:tr h="405310">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Output flux </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ctr">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Tree traits </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ctr">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AIC</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ctr">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adj_R2</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ctr">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p-value</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ctr">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Both criteria</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ctr">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58031601"/>
                  </a:ext>
                </a:extLst>
              </a:tr>
              <a:tr h="215838">
                <a:tc rowSpan="6">
                  <a:txBody>
                    <a:bodyPr/>
                    <a:lstStyle/>
                    <a:p>
                      <a:pPr marL="0" marR="0">
                        <a:lnSpc>
                          <a:spcPct val="150000"/>
                        </a:lnSpc>
                        <a:spcAft>
                          <a:spcPts val="800"/>
                        </a:spcAft>
                        <a:buNone/>
                      </a:pPr>
                      <a:r>
                        <a:rPr lang="en-US" sz="1300" dirty="0">
                          <a:solidFill>
                            <a:schemeClr val="tx1"/>
                          </a:solidFill>
                          <a:effectLst/>
                          <a:latin typeface="Times New Roman" panose="02020603050405020304" pitchFamily="18" charset="0"/>
                          <a:cs typeface="Times New Roman" panose="02020603050405020304" pitchFamily="18" charset="0"/>
                        </a:rPr>
                        <a:t>CO</a:t>
                      </a:r>
                      <a:r>
                        <a:rPr lang="en-US" sz="1300" baseline="-25000" dirty="0">
                          <a:solidFill>
                            <a:schemeClr val="tx1"/>
                          </a:solidFill>
                          <a:effectLst/>
                          <a:latin typeface="Times New Roman" panose="02020603050405020304" pitchFamily="18" charset="0"/>
                          <a:cs typeface="Times New Roman" panose="02020603050405020304" pitchFamily="18" charset="0"/>
                        </a:rPr>
                        <a:t>2</a:t>
                      </a:r>
                      <a:r>
                        <a:rPr lang="en-US" sz="1300" dirty="0">
                          <a:solidFill>
                            <a:schemeClr val="tx1"/>
                          </a:solidFill>
                          <a:effectLst/>
                          <a:latin typeface="Times New Roman" panose="02020603050405020304" pitchFamily="18" charset="0"/>
                          <a:cs typeface="Times New Roman" panose="02020603050405020304" pitchFamily="18" charset="0"/>
                        </a:rPr>
                        <a:t> flux</a:t>
                      </a:r>
                    </a:p>
                    <a:p>
                      <a:pPr marL="0" marR="0">
                        <a:lnSpc>
                          <a:spcPct val="150000"/>
                        </a:lnSpc>
                        <a:spcAft>
                          <a:spcPts val="800"/>
                        </a:spcAft>
                        <a:buNone/>
                      </a:pPr>
                      <a:r>
                        <a:rPr lang="en-US" sz="1300" dirty="0">
                          <a:solidFill>
                            <a:schemeClr val="tx1"/>
                          </a:solidFill>
                          <a:effectLst/>
                          <a:latin typeface="Times New Roman" panose="02020603050405020304" pitchFamily="18" charset="0"/>
                          <a:cs typeface="Times New Roman" panose="02020603050405020304" pitchFamily="18" charset="0"/>
                        </a:rPr>
                        <a:t>(mg C m⁻2 h⁻¹)</a:t>
                      </a:r>
                    </a:p>
                    <a:p>
                      <a:pPr marL="0" marR="0">
                        <a:lnSpc>
                          <a:spcPct val="150000"/>
                        </a:lnSpc>
                        <a:spcAft>
                          <a:spcPts val="800"/>
                        </a:spcAft>
                        <a:buNone/>
                      </a:pPr>
                      <a:endParaRPr lang="en-US" sz="1300" dirty="0">
                        <a:solidFill>
                          <a:schemeClr val="tx1"/>
                        </a:solidFill>
                        <a:effectLst/>
                        <a:latin typeface="Times New Roman" panose="02020603050405020304" pitchFamily="18" charset="0"/>
                        <a:cs typeface="Times New Roman" panose="02020603050405020304" pitchFamily="18" charset="0"/>
                      </a:endParaRPr>
                    </a:p>
                    <a:p>
                      <a:pPr marL="0" marR="0">
                        <a:lnSpc>
                          <a:spcPct val="150000"/>
                        </a:lnSpc>
                        <a:spcAft>
                          <a:spcPts val="800"/>
                        </a:spcAft>
                        <a:buNone/>
                      </a:pPr>
                      <a:r>
                        <a:rPr lang="en-US" sz="1300" dirty="0">
                          <a:solidFill>
                            <a:schemeClr val="tx1"/>
                          </a:solidFill>
                          <a:effectLst/>
                          <a:latin typeface="Times New Roman" panose="02020603050405020304" pitchFamily="18" charset="0"/>
                          <a:cs typeface="Times New Roman" panose="02020603050405020304" pitchFamily="18" charset="0"/>
                        </a:rPr>
                        <a:t> </a:t>
                      </a:r>
                      <a:endParaRPr lang="en-US" sz="13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ct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Bark surface humidity</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T w="12700" cap="flat" cmpd="sng" algn="ctr">
                      <a:solidFill>
                        <a:schemeClr val="tx1"/>
                      </a:solidFill>
                      <a:prstDash val="solid"/>
                      <a:round/>
                      <a:headEnd type="none" w="med" len="med"/>
                      <a:tailEnd type="none" w="med" len="med"/>
                    </a:lnT>
                    <a:solidFill>
                      <a:schemeClr val="bg1"/>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244.90</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T w="12700" cap="flat" cmpd="sng" algn="ctr">
                      <a:solidFill>
                        <a:schemeClr val="tx1"/>
                      </a:solidFill>
                      <a:prstDash val="solid"/>
                      <a:round/>
                      <a:headEnd type="none" w="med" len="med"/>
                      <a:tailEnd type="none" w="med" len="med"/>
                    </a:lnT>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0.03</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T w="12700" cap="flat" cmpd="sng" algn="ctr">
                      <a:solidFill>
                        <a:schemeClr val="tx1"/>
                      </a:solidFill>
                      <a:prstDash val="solid"/>
                      <a:round/>
                      <a:headEnd type="none" w="med" len="med"/>
                      <a:tailEnd type="none" w="med" len="med"/>
                    </a:lnT>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0.21</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T w="12700" cap="flat" cmpd="sng" algn="ctr">
                      <a:solidFill>
                        <a:schemeClr val="tx1"/>
                      </a:solidFill>
                      <a:prstDash val="solid"/>
                      <a:round/>
                      <a:headEnd type="none" w="med" len="med"/>
                      <a:tailEnd type="none" w="med" len="med"/>
                    </a:lnT>
                    <a:solidFill>
                      <a:schemeClr val="bg1"/>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False</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269241670"/>
                  </a:ext>
                </a:extLst>
              </a:tr>
              <a:tr h="215838">
                <a:tc vMerge="1">
                  <a:txBody>
                    <a:bodyPr/>
                    <a:lstStyle/>
                    <a:p>
                      <a:endParaRPr lang="en-US"/>
                    </a:p>
                  </a:txBody>
                  <a:tcPr/>
                </a:tc>
                <a:tc>
                  <a:txBody>
                    <a:bodyPr/>
                    <a:lstStyle/>
                    <a:p>
                      <a:pPr marL="0" marR="0">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Bark thickness</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244.00</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0.06</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0.12</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False</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R w="12700" cap="flat" cmpd="sng" algn="ctr">
                      <a:noFill/>
                      <a:prstDash val="solid"/>
                      <a:round/>
                      <a:headEnd type="none" w="med" len="med"/>
                      <a:tailEnd type="none" w="med" len="med"/>
                    </a:lnR>
                    <a:solidFill>
                      <a:schemeClr val="bg1"/>
                    </a:solidFill>
                  </a:tcPr>
                </a:tc>
                <a:extLst>
                  <a:ext uri="{0D108BD9-81ED-4DB2-BD59-A6C34878D82A}">
                    <a16:rowId xmlns:a16="http://schemas.microsoft.com/office/drawing/2014/main" val="3472977374"/>
                  </a:ext>
                </a:extLst>
              </a:tr>
              <a:tr h="215838">
                <a:tc vMerge="1">
                  <a:txBody>
                    <a:bodyPr/>
                    <a:lstStyle/>
                    <a:p>
                      <a:endParaRPr lang="en-US"/>
                    </a:p>
                  </a:txBody>
                  <a:tcPr/>
                </a:tc>
                <a:tc>
                  <a:txBody>
                    <a:bodyPr/>
                    <a:lstStyle/>
                    <a:p>
                      <a:pPr marL="0" marR="0">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Bark surface humidity, Bark thickness</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244.83</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0.07</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0.19</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False</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R w="12700" cap="flat" cmpd="sng" algn="ctr">
                      <a:noFill/>
                      <a:prstDash val="solid"/>
                      <a:round/>
                      <a:headEnd type="none" w="med" len="med"/>
                      <a:tailEnd type="none" w="med" len="med"/>
                    </a:lnR>
                    <a:solidFill>
                      <a:schemeClr val="bg1"/>
                    </a:solidFill>
                  </a:tcPr>
                </a:tc>
                <a:extLst>
                  <a:ext uri="{0D108BD9-81ED-4DB2-BD59-A6C34878D82A}">
                    <a16:rowId xmlns:a16="http://schemas.microsoft.com/office/drawing/2014/main" val="2344414120"/>
                  </a:ext>
                </a:extLst>
              </a:tr>
              <a:tr h="149343">
                <a:tc vMerge="1">
                  <a:txBody>
                    <a:bodyPr/>
                    <a:lstStyle/>
                    <a:p>
                      <a:endParaRPr lang="en-US"/>
                    </a:p>
                  </a:txBody>
                  <a:tcPr/>
                </a:tc>
                <a:tc>
                  <a:txBody>
                    <a:bodyPr/>
                    <a:lstStyle/>
                    <a:p>
                      <a:pPr marL="0" marR="0">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Diameter, Bark surface temperature, Bark water content, Sapwood water content</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245.49</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0.10</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0.20</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False</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R w="12700" cap="flat" cmpd="sng" algn="ctr">
                      <a:noFill/>
                      <a:prstDash val="solid"/>
                      <a:round/>
                      <a:headEnd type="none" w="med" len="med"/>
                      <a:tailEnd type="none" w="med" len="med"/>
                    </a:lnR>
                    <a:solidFill>
                      <a:schemeClr val="bg1"/>
                    </a:solidFill>
                  </a:tcPr>
                </a:tc>
                <a:extLst>
                  <a:ext uri="{0D108BD9-81ED-4DB2-BD59-A6C34878D82A}">
                    <a16:rowId xmlns:a16="http://schemas.microsoft.com/office/drawing/2014/main" val="2521144317"/>
                  </a:ext>
                </a:extLst>
              </a:tr>
              <a:tr h="166521">
                <a:tc vMerge="1">
                  <a:txBody>
                    <a:bodyPr/>
                    <a:lstStyle/>
                    <a:p>
                      <a:endParaRPr lang="en-US"/>
                    </a:p>
                  </a:txBody>
                  <a:tcPr/>
                </a:tc>
                <a:tc>
                  <a:txBody>
                    <a:bodyPr/>
                    <a:lstStyle/>
                    <a:p>
                      <a:pPr marL="0" marR="0">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Diameter, Bark surface temperature, Bark surface humidity, Bark water content, Sapwood water content</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246.19</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0.10</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0.23</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False</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R w="12700" cap="flat" cmpd="sng" algn="ctr">
                      <a:noFill/>
                      <a:prstDash val="solid"/>
                      <a:round/>
                      <a:headEnd type="none" w="med" len="med"/>
                      <a:tailEnd type="none" w="med" len="med"/>
                    </a:lnR>
                    <a:solidFill>
                      <a:schemeClr val="bg1"/>
                    </a:solidFill>
                  </a:tcPr>
                </a:tc>
                <a:extLst>
                  <a:ext uri="{0D108BD9-81ED-4DB2-BD59-A6C34878D82A}">
                    <a16:rowId xmlns:a16="http://schemas.microsoft.com/office/drawing/2014/main" val="4101380075"/>
                  </a:ext>
                </a:extLst>
              </a:tr>
              <a:tr h="0">
                <a:tc vMerge="1">
                  <a:txBody>
                    <a:bodyPr/>
                    <a:lstStyle/>
                    <a:p>
                      <a:endParaRPr lang="en-US"/>
                    </a:p>
                  </a:txBody>
                  <a:tcPr/>
                </a:tc>
                <a:tc>
                  <a:txBody>
                    <a:bodyPr/>
                    <a:lstStyle/>
                    <a:p>
                      <a:pPr marL="0" marR="0">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Diameter, Bark surface temperature, Bark water content, Bark thickness, Sapwood water content</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246.94</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0.07</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0.28</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False</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58391188"/>
                  </a:ext>
                </a:extLst>
              </a:tr>
              <a:tr h="215838">
                <a:tc rowSpan="5">
                  <a:txBody>
                    <a:bodyPr/>
                    <a:lstStyle/>
                    <a:p>
                      <a:pPr marL="0" marR="0">
                        <a:lnSpc>
                          <a:spcPct val="150000"/>
                        </a:lnSpc>
                        <a:spcAft>
                          <a:spcPts val="800"/>
                        </a:spcAft>
                        <a:buNone/>
                      </a:pPr>
                      <a:r>
                        <a:rPr lang="en-US" sz="1300" dirty="0">
                          <a:solidFill>
                            <a:schemeClr val="tx1"/>
                          </a:solidFill>
                          <a:effectLst/>
                          <a:latin typeface="Times New Roman" panose="02020603050405020304" pitchFamily="18" charset="0"/>
                          <a:cs typeface="Times New Roman" panose="02020603050405020304" pitchFamily="18" charset="0"/>
                        </a:rPr>
                        <a:t>CH</a:t>
                      </a:r>
                      <a:r>
                        <a:rPr lang="en-US" sz="1300" baseline="-25000" dirty="0">
                          <a:solidFill>
                            <a:schemeClr val="tx1"/>
                          </a:solidFill>
                          <a:effectLst/>
                          <a:latin typeface="Times New Roman" panose="02020603050405020304" pitchFamily="18" charset="0"/>
                          <a:cs typeface="Times New Roman" panose="02020603050405020304" pitchFamily="18" charset="0"/>
                        </a:rPr>
                        <a:t>4</a:t>
                      </a:r>
                      <a:r>
                        <a:rPr lang="en-US" sz="1300" dirty="0">
                          <a:solidFill>
                            <a:schemeClr val="tx1"/>
                          </a:solidFill>
                          <a:effectLst/>
                          <a:latin typeface="Times New Roman" panose="02020603050405020304" pitchFamily="18" charset="0"/>
                          <a:cs typeface="Times New Roman" panose="02020603050405020304" pitchFamily="18" charset="0"/>
                        </a:rPr>
                        <a:t> flux</a:t>
                      </a:r>
                    </a:p>
                    <a:p>
                      <a:pPr marL="0" marR="0">
                        <a:lnSpc>
                          <a:spcPct val="150000"/>
                        </a:lnSpc>
                        <a:spcAft>
                          <a:spcPts val="800"/>
                        </a:spcAft>
                        <a:buNone/>
                      </a:pPr>
                      <a:r>
                        <a:rPr lang="en-US" sz="1300" dirty="0">
                          <a:solidFill>
                            <a:schemeClr val="tx1"/>
                          </a:solidFill>
                          <a:effectLst/>
                          <a:latin typeface="Times New Roman" panose="02020603050405020304" pitchFamily="18" charset="0"/>
                          <a:cs typeface="Times New Roman" panose="02020603050405020304" pitchFamily="18" charset="0"/>
                        </a:rPr>
                        <a:t>(µg C m⁻² h⁻¹)</a:t>
                      </a:r>
                    </a:p>
                    <a:p>
                      <a:pPr marL="0" marR="0">
                        <a:lnSpc>
                          <a:spcPct val="150000"/>
                        </a:lnSpc>
                        <a:spcAft>
                          <a:spcPts val="800"/>
                        </a:spcAft>
                        <a:buNone/>
                      </a:pPr>
                      <a:r>
                        <a:rPr lang="en-US" sz="1300" dirty="0">
                          <a:solidFill>
                            <a:schemeClr val="tx1"/>
                          </a:solidFill>
                          <a:effectLst/>
                          <a:latin typeface="Times New Roman" panose="02020603050405020304" pitchFamily="18" charset="0"/>
                          <a:cs typeface="Times New Roman" panose="02020603050405020304" pitchFamily="18" charset="0"/>
                        </a:rPr>
                        <a:t> </a:t>
                      </a:r>
                      <a:endParaRPr lang="en-US" sz="13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ct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Bark surface humidity</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195.46</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0.07</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0.11</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False</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3656089411"/>
                  </a:ext>
                </a:extLst>
              </a:tr>
              <a:tr h="215838">
                <a:tc vMerge="1">
                  <a:txBody>
                    <a:bodyPr/>
                    <a:lstStyle/>
                    <a:p>
                      <a:endParaRPr lang="en-US"/>
                    </a:p>
                  </a:txBody>
                  <a:tcPr/>
                </a:tc>
                <a:tc>
                  <a:txBody>
                    <a:bodyPr/>
                    <a:lstStyle/>
                    <a:p>
                      <a:pPr marL="0" marR="0">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Bark surface temperature, Bark surface humidity</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accent6">
                        <a:lumMod val="20000"/>
                        <a:lumOff val="80000"/>
                      </a:schemeClr>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196.06</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accent6">
                        <a:lumMod val="20000"/>
                        <a:lumOff val="80000"/>
                      </a:schemeClr>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0.08</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accent6">
                        <a:lumMod val="20000"/>
                        <a:lumOff val="80000"/>
                      </a:schemeClr>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0.15</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accent6">
                        <a:lumMod val="20000"/>
                        <a:lumOff val="80000"/>
                      </a:schemeClr>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False</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R w="12700" cap="flat" cmpd="sng" algn="ctr">
                      <a:noFill/>
                      <a:prstDash val="solid"/>
                      <a:round/>
                      <a:headEnd type="none" w="med" len="med"/>
                      <a:tailEnd type="none" w="med" len="med"/>
                    </a:lnR>
                    <a:solidFill>
                      <a:schemeClr val="accent6">
                        <a:lumMod val="20000"/>
                        <a:lumOff val="80000"/>
                      </a:schemeClr>
                    </a:solidFill>
                  </a:tcPr>
                </a:tc>
                <a:extLst>
                  <a:ext uri="{0D108BD9-81ED-4DB2-BD59-A6C34878D82A}">
                    <a16:rowId xmlns:a16="http://schemas.microsoft.com/office/drawing/2014/main" val="4028830662"/>
                  </a:ext>
                </a:extLst>
              </a:tr>
              <a:tr h="215838">
                <a:tc vMerge="1">
                  <a:txBody>
                    <a:bodyPr/>
                    <a:lstStyle/>
                    <a:p>
                      <a:endParaRPr lang="en-US"/>
                    </a:p>
                  </a:txBody>
                  <a:tcPr/>
                </a:tc>
                <a:tc>
                  <a:txBody>
                    <a:bodyPr/>
                    <a:lstStyle/>
                    <a:p>
                      <a:pPr marL="0" marR="0">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Bark surface temperature, Bark surface humidity, Sapwood density</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accent6">
                        <a:lumMod val="20000"/>
                        <a:lumOff val="80000"/>
                      </a:schemeClr>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196.20</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accent6">
                        <a:lumMod val="20000"/>
                        <a:lumOff val="80000"/>
                      </a:schemeClr>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0.11</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accent6">
                        <a:lumMod val="20000"/>
                        <a:lumOff val="80000"/>
                      </a:schemeClr>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0.16</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accent6">
                        <a:lumMod val="20000"/>
                        <a:lumOff val="80000"/>
                      </a:schemeClr>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False</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R w="12700" cap="flat" cmpd="sng" algn="ctr">
                      <a:noFill/>
                      <a:prstDash val="solid"/>
                      <a:round/>
                      <a:headEnd type="none" w="med" len="med"/>
                      <a:tailEnd type="none" w="med" len="med"/>
                    </a:lnR>
                    <a:solidFill>
                      <a:schemeClr val="accent6">
                        <a:lumMod val="20000"/>
                        <a:lumOff val="80000"/>
                      </a:schemeClr>
                    </a:solidFill>
                  </a:tcPr>
                </a:tc>
                <a:extLst>
                  <a:ext uri="{0D108BD9-81ED-4DB2-BD59-A6C34878D82A}">
                    <a16:rowId xmlns:a16="http://schemas.microsoft.com/office/drawing/2014/main" val="4127289896"/>
                  </a:ext>
                </a:extLst>
              </a:tr>
              <a:tr h="215838">
                <a:tc vMerge="1">
                  <a:txBody>
                    <a:bodyPr/>
                    <a:lstStyle/>
                    <a:p>
                      <a:endParaRPr lang="en-US"/>
                    </a:p>
                  </a:txBody>
                  <a:tcPr/>
                </a:tc>
                <a:tc>
                  <a:txBody>
                    <a:bodyPr/>
                    <a:lstStyle/>
                    <a:p>
                      <a:pPr marL="0" marR="0">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Bark surface temperature, Bark water content, Sapwood density</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accent6">
                        <a:lumMod val="20000"/>
                        <a:lumOff val="80000"/>
                      </a:schemeClr>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196.03</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accent6">
                        <a:lumMod val="20000"/>
                        <a:lumOff val="80000"/>
                      </a:schemeClr>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0.12</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accent6">
                        <a:lumMod val="20000"/>
                        <a:lumOff val="80000"/>
                      </a:schemeClr>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0.15</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accent6">
                        <a:lumMod val="20000"/>
                        <a:lumOff val="80000"/>
                      </a:schemeClr>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True</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R w="12700" cap="flat" cmpd="sng" algn="ctr">
                      <a:noFill/>
                      <a:prstDash val="solid"/>
                      <a:round/>
                      <a:headEnd type="none" w="med" len="med"/>
                      <a:tailEnd type="none" w="med" len="med"/>
                    </a:lnR>
                    <a:solidFill>
                      <a:schemeClr val="accent6">
                        <a:lumMod val="20000"/>
                        <a:lumOff val="80000"/>
                      </a:schemeClr>
                    </a:solidFill>
                  </a:tcPr>
                </a:tc>
                <a:extLst>
                  <a:ext uri="{0D108BD9-81ED-4DB2-BD59-A6C34878D82A}">
                    <a16:rowId xmlns:a16="http://schemas.microsoft.com/office/drawing/2014/main" val="2481081683"/>
                  </a:ext>
                </a:extLst>
              </a:tr>
              <a:tr h="0">
                <a:tc vMerge="1">
                  <a:txBody>
                    <a:bodyPr/>
                    <a:lstStyle/>
                    <a:p>
                      <a:endParaRPr lang="en-US"/>
                    </a:p>
                  </a:txBody>
                  <a:tcPr/>
                </a:tc>
                <a:tc>
                  <a:txBody>
                    <a:bodyPr/>
                    <a:lstStyle/>
                    <a:p>
                      <a:pPr marL="0" marR="0">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Bark surface temperature, Bark water content, Bark density, Sapwood density</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197.37</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0.09</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0.22</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False</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89820504"/>
                  </a:ext>
                </a:extLst>
              </a:tr>
              <a:tr h="215838">
                <a:tc rowSpan="5">
                  <a:txBody>
                    <a:bodyPr/>
                    <a:lstStyle/>
                    <a:p>
                      <a:pPr marL="0" marR="0">
                        <a:lnSpc>
                          <a:spcPct val="150000"/>
                        </a:lnSpc>
                        <a:spcAft>
                          <a:spcPts val="800"/>
                        </a:spcAft>
                        <a:buNone/>
                      </a:pPr>
                      <a:r>
                        <a:rPr lang="pt-BR" sz="1300" dirty="0">
                          <a:solidFill>
                            <a:schemeClr val="tx1"/>
                          </a:solidFill>
                          <a:effectLst/>
                          <a:latin typeface="Times New Roman" panose="02020603050405020304" pitchFamily="18" charset="0"/>
                          <a:cs typeface="Times New Roman" panose="02020603050405020304" pitchFamily="18" charset="0"/>
                        </a:rPr>
                        <a:t>N</a:t>
                      </a:r>
                      <a:r>
                        <a:rPr lang="pt-BR" sz="1300" baseline="-25000" dirty="0">
                          <a:solidFill>
                            <a:schemeClr val="tx1"/>
                          </a:solidFill>
                          <a:effectLst/>
                          <a:latin typeface="Times New Roman" panose="02020603050405020304" pitchFamily="18" charset="0"/>
                          <a:cs typeface="Times New Roman" panose="02020603050405020304" pitchFamily="18" charset="0"/>
                        </a:rPr>
                        <a:t>2</a:t>
                      </a:r>
                      <a:r>
                        <a:rPr lang="pt-BR" sz="1300" dirty="0">
                          <a:solidFill>
                            <a:schemeClr val="tx1"/>
                          </a:solidFill>
                          <a:effectLst/>
                          <a:latin typeface="Times New Roman" panose="02020603050405020304" pitchFamily="18" charset="0"/>
                          <a:cs typeface="Times New Roman" panose="02020603050405020304" pitchFamily="18" charset="0"/>
                        </a:rPr>
                        <a:t>O flux</a:t>
                      </a:r>
                      <a:endParaRPr lang="en-US" sz="1300" dirty="0">
                        <a:solidFill>
                          <a:schemeClr val="tx1"/>
                        </a:solidFill>
                        <a:effectLst/>
                        <a:latin typeface="Times New Roman" panose="02020603050405020304" pitchFamily="18" charset="0"/>
                        <a:cs typeface="Times New Roman" panose="02020603050405020304" pitchFamily="18" charset="0"/>
                      </a:endParaRPr>
                    </a:p>
                    <a:p>
                      <a:pPr marL="0" marR="0">
                        <a:lnSpc>
                          <a:spcPct val="150000"/>
                        </a:lnSpc>
                        <a:spcAft>
                          <a:spcPts val="800"/>
                        </a:spcAft>
                        <a:buNone/>
                      </a:pPr>
                      <a:r>
                        <a:rPr lang="pt-BR" sz="1300" dirty="0">
                          <a:solidFill>
                            <a:schemeClr val="tx1"/>
                          </a:solidFill>
                          <a:effectLst/>
                          <a:latin typeface="Times New Roman" panose="02020603050405020304" pitchFamily="18" charset="0"/>
                          <a:cs typeface="Times New Roman" panose="02020603050405020304" pitchFamily="18" charset="0"/>
                        </a:rPr>
                        <a:t>(µg N m⁻² h⁻¹)</a:t>
                      </a:r>
                      <a:endParaRPr lang="en-US" sz="1300" dirty="0">
                        <a:solidFill>
                          <a:schemeClr val="tx1"/>
                        </a:solidFill>
                        <a:effectLst/>
                        <a:latin typeface="Times New Roman" panose="02020603050405020304" pitchFamily="18" charset="0"/>
                        <a:cs typeface="Times New Roman" panose="02020603050405020304" pitchFamily="18" charset="0"/>
                      </a:endParaRPr>
                    </a:p>
                    <a:p>
                      <a:pPr marL="0" marR="0">
                        <a:lnSpc>
                          <a:spcPct val="150000"/>
                        </a:lnSpc>
                        <a:spcAft>
                          <a:spcPts val="800"/>
                        </a:spcAft>
                        <a:buNone/>
                      </a:pPr>
                      <a:r>
                        <a:rPr lang="pt-BR" sz="1300" dirty="0">
                          <a:solidFill>
                            <a:schemeClr val="tx1"/>
                          </a:solidFill>
                          <a:effectLst/>
                          <a:latin typeface="Times New Roman" panose="02020603050405020304" pitchFamily="18" charset="0"/>
                          <a:cs typeface="Times New Roman" panose="02020603050405020304" pitchFamily="18" charset="0"/>
                        </a:rPr>
                        <a:t> </a:t>
                      </a:r>
                      <a:endParaRPr lang="en-US" sz="1300" dirty="0">
                        <a:solidFill>
                          <a:schemeClr val="tx1"/>
                        </a:solidFill>
                        <a:effectLst/>
                        <a:latin typeface="Times New Roman" panose="02020603050405020304" pitchFamily="18" charset="0"/>
                        <a:cs typeface="Times New Roman" panose="02020603050405020304" pitchFamily="18" charset="0"/>
                      </a:endParaRPr>
                    </a:p>
                  </a:txBody>
                  <a:tcPr marL="34105" marR="34105" marT="0" marB="0" anchor="ct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marL="0" marR="0">
                        <a:lnSpc>
                          <a:spcPct val="150000"/>
                        </a:lnSpc>
                        <a:spcAft>
                          <a:spcPts val="800"/>
                        </a:spcAft>
                        <a:buNone/>
                      </a:pPr>
                      <a:r>
                        <a:rPr lang="en-US" sz="1300">
                          <a:effectLst/>
                          <a:latin typeface="Times New Roman" panose="02020603050405020304" pitchFamily="18" charset="0"/>
                          <a:cs typeface="Times New Roman" panose="02020603050405020304" pitchFamily="18" charset="0"/>
                        </a:rPr>
                        <a:t>Bark thickness</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T w="12700" cap="flat" cmpd="sng" algn="ctr">
                      <a:solidFill>
                        <a:schemeClr val="tx1"/>
                      </a:solidFill>
                      <a:prstDash val="solid"/>
                      <a:round/>
                      <a:headEnd type="none" w="med" len="med"/>
                      <a:tailEnd type="none" w="med" len="med"/>
                    </a:lnT>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195.07</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T w="12700" cap="flat" cmpd="sng" algn="ctr">
                      <a:solidFill>
                        <a:schemeClr val="tx1"/>
                      </a:solidFill>
                      <a:prstDash val="solid"/>
                      <a:round/>
                      <a:headEnd type="none" w="med" len="med"/>
                      <a:tailEnd type="none" w="med" len="med"/>
                    </a:lnT>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0.03</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T w="12700" cap="flat" cmpd="sng" algn="ctr">
                      <a:solidFill>
                        <a:schemeClr val="tx1"/>
                      </a:solidFill>
                      <a:prstDash val="solid"/>
                      <a:round/>
                      <a:headEnd type="none" w="med" len="med"/>
                      <a:tailEnd type="none" w="med" len="med"/>
                    </a:lnT>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0.22</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T w="12700" cap="flat" cmpd="sng" algn="ctr">
                      <a:solidFill>
                        <a:schemeClr val="tx1"/>
                      </a:solidFill>
                      <a:prstDash val="solid"/>
                      <a:round/>
                      <a:headEnd type="none" w="med" len="med"/>
                      <a:tailEnd type="none" w="med" len="med"/>
                    </a:lnT>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False</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3656498773"/>
                  </a:ext>
                </a:extLst>
              </a:tr>
              <a:tr h="215838">
                <a:tc vMerge="1">
                  <a:txBody>
                    <a:bodyPr/>
                    <a:lstStyle/>
                    <a:p>
                      <a:endParaRPr lang="en-US"/>
                    </a:p>
                  </a:txBody>
                  <a:tcPr/>
                </a:tc>
                <a:tc>
                  <a:txBody>
                    <a:bodyPr/>
                    <a:lstStyle/>
                    <a:p>
                      <a:pPr marL="0" marR="0">
                        <a:lnSpc>
                          <a:spcPct val="150000"/>
                        </a:lnSpc>
                        <a:spcAft>
                          <a:spcPts val="800"/>
                        </a:spcAft>
                        <a:buNone/>
                      </a:pPr>
                      <a:r>
                        <a:rPr lang="en-US" sz="1300">
                          <a:effectLst/>
                          <a:latin typeface="Times New Roman" panose="02020603050405020304" pitchFamily="18" charset="0"/>
                          <a:cs typeface="Times New Roman" panose="02020603050405020304" pitchFamily="18" charset="0"/>
                        </a:rPr>
                        <a:t>Sapwood density</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195.36</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0.01</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0.27</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False</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extLst>
                  <a:ext uri="{0D108BD9-81ED-4DB2-BD59-A6C34878D82A}">
                    <a16:rowId xmlns:a16="http://schemas.microsoft.com/office/drawing/2014/main" val="2384476041"/>
                  </a:ext>
                </a:extLst>
              </a:tr>
              <a:tr h="215838">
                <a:tc vMerge="1">
                  <a:txBody>
                    <a:bodyPr/>
                    <a:lstStyle/>
                    <a:p>
                      <a:endParaRPr lang="en-US"/>
                    </a:p>
                  </a:txBody>
                  <a:tcPr/>
                </a:tc>
                <a:tc>
                  <a:txBody>
                    <a:bodyPr/>
                    <a:lstStyle/>
                    <a:p>
                      <a:pPr marL="0" marR="0">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Bark surface humidity, Bark thickness</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195.68</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0.04</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0.26</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False</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extLst>
                  <a:ext uri="{0D108BD9-81ED-4DB2-BD59-A6C34878D82A}">
                    <a16:rowId xmlns:a16="http://schemas.microsoft.com/office/drawing/2014/main" val="1015565474"/>
                  </a:ext>
                </a:extLst>
              </a:tr>
              <a:tr h="215838">
                <a:tc vMerge="1">
                  <a:txBody>
                    <a:bodyPr/>
                    <a:lstStyle/>
                    <a:p>
                      <a:endParaRPr lang="en-US"/>
                    </a:p>
                  </a:txBody>
                  <a:tcPr/>
                </a:tc>
                <a:tc>
                  <a:txBody>
                    <a:bodyPr/>
                    <a:lstStyle/>
                    <a:p>
                      <a:pPr marL="0" marR="0">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Bark thickness, Sapwood density</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195.17</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a:effectLst/>
                          <a:latin typeface="Times New Roman" panose="02020603050405020304" pitchFamily="18" charset="0"/>
                          <a:cs typeface="Times New Roman" panose="02020603050405020304" pitchFamily="18" charset="0"/>
                        </a:rPr>
                        <a:t>0.06</a:t>
                      </a:r>
                      <a:endParaRPr lang="en-US" sz="130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0.21</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True</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extLst>
                  <a:ext uri="{0D108BD9-81ED-4DB2-BD59-A6C34878D82A}">
                    <a16:rowId xmlns:a16="http://schemas.microsoft.com/office/drawing/2014/main" val="877183546"/>
                  </a:ext>
                </a:extLst>
              </a:tr>
              <a:tr h="215838">
                <a:tc vMerge="1">
                  <a:txBody>
                    <a:bodyPr/>
                    <a:lstStyle/>
                    <a:p>
                      <a:endParaRPr lang="en-US"/>
                    </a:p>
                  </a:txBody>
                  <a:tcPr/>
                </a:tc>
                <a:tc>
                  <a:txBody>
                    <a:bodyPr/>
                    <a:lstStyle/>
                    <a:p>
                      <a:pPr marL="0" marR="0">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Bark thickness, Sapwood density, Sapwood water content</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196.39</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0.04</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0.29</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tc>
                  <a:txBody>
                    <a:bodyPr/>
                    <a:lstStyle/>
                    <a:p>
                      <a:pPr marL="0" marR="0" algn="ctr">
                        <a:lnSpc>
                          <a:spcPct val="150000"/>
                        </a:lnSpc>
                        <a:spcAft>
                          <a:spcPts val="800"/>
                        </a:spcAft>
                        <a:buNone/>
                      </a:pPr>
                      <a:r>
                        <a:rPr lang="en-US" sz="1300" dirty="0">
                          <a:effectLst/>
                          <a:latin typeface="Times New Roman" panose="02020603050405020304" pitchFamily="18" charset="0"/>
                          <a:cs typeface="Times New Roman" panose="02020603050405020304" pitchFamily="18" charset="0"/>
                        </a:rPr>
                        <a:t>False</a:t>
                      </a:r>
                      <a:endParaRPr lang="en-US" sz="13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34105" marR="34105" marT="0" marB="0" anchor="b">
                    <a:solidFill>
                      <a:schemeClr val="bg1"/>
                    </a:solidFill>
                  </a:tcPr>
                </a:tc>
                <a:extLst>
                  <a:ext uri="{0D108BD9-81ED-4DB2-BD59-A6C34878D82A}">
                    <a16:rowId xmlns:a16="http://schemas.microsoft.com/office/drawing/2014/main" val="2801194047"/>
                  </a:ext>
                </a:extLst>
              </a:tr>
            </a:tbl>
          </a:graphicData>
        </a:graphic>
      </p:graphicFrame>
      <p:sp>
        <p:nvSpPr>
          <p:cNvPr id="3" name="Rectangle 2">
            <a:extLst>
              <a:ext uri="{FF2B5EF4-FFF2-40B4-BE49-F238E27FC236}">
                <a16:creationId xmlns:a16="http://schemas.microsoft.com/office/drawing/2014/main" id="{1B745A49-669E-C8B8-8BB2-BF7FDD46A45E}"/>
              </a:ext>
            </a:extLst>
          </p:cNvPr>
          <p:cNvSpPr/>
          <p:nvPr/>
        </p:nvSpPr>
        <p:spPr>
          <a:xfrm>
            <a:off x="9024729" y="1796994"/>
            <a:ext cx="540689" cy="286248"/>
          </a:xfrm>
          <a:prstGeom prst="rect">
            <a:avLst/>
          </a:prstGeom>
          <a:noFill/>
          <a:ln w="285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5" name="Rectangle 4">
            <a:extLst>
              <a:ext uri="{FF2B5EF4-FFF2-40B4-BE49-F238E27FC236}">
                <a16:creationId xmlns:a16="http://schemas.microsoft.com/office/drawing/2014/main" id="{2951B5AA-F59F-8BB1-78B6-3A56DEE543A0}"/>
              </a:ext>
            </a:extLst>
          </p:cNvPr>
          <p:cNvSpPr/>
          <p:nvPr/>
        </p:nvSpPr>
        <p:spPr>
          <a:xfrm>
            <a:off x="9787393" y="2353584"/>
            <a:ext cx="389614" cy="246491"/>
          </a:xfrm>
          <a:prstGeom prst="rect">
            <a:avLst/>
          </a:prstGeom>
          <a:noFill/>
          <a:ln w="285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6" name="Rectangle 5">
            <a:extLst>
              <a:ext uri="{FF2B5EF4-FFF2-40B4-BE49-F238E27FC236}">
                <a16:creationId xmlns:a16="http://schemas.microsoft.com/office/drawing/2014/main" id="{7A5ECB00-6A2E-75E1-8580-3BD6C4AF07B4}"/>
              </a:ext>
            </a:extLst>
          </p:cNvPr>
          <p:cNvSpPr/>
          <p:nvPr/>
        </p:nvSpPr>
        <p:spPr>
          <a:xfrm>
            <a:off x="10464744" y="1828800"/>
            <a:ext cx="389614" cy="246491"/>
          </a:xfrm>
          <a:prstGeom prst="rect">
            <a:avLst/>
          </a:prstGeom>
          <a:noFill/>
          <a:ln w="285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7C08D373-0E63-6898-7D80-C64040C8D6D7}"/>
              </a:ext>
            </a:extLst>
          </p:cNvPr>
          <p:cNvCxnSpPr/>
          <p:nvPr/>
        </p:nvCxnSpPr>
        <p:spPr>
          <a:xfrm>
            <a:off x="2043485" y="2568271"/>
            <a:ext cx="5176299" cy="0"/>
          </a:xfrm>
          <a:prstGeom prst="line">
            <a:avLst/>
          </a:prstGeom>
          <a:ln w="28575">
            <a:solidFill>
              <a:srgbClr val="C00000"/>
            </a:solidFill>
          </a:ln>
        </p:spPr>
        <p:style>
          <a:lnRef idx="2">
            <a:schemeClr val="accent2"/>
          </a:lnRef>
          <a:fillRef idx="0">
            <a:schemeClr val="accent2"/>
          </a:fillRef>
          <a:effectRef idx="1">
            <a:schemeClr val="accent2"/>
          </a:effectRef>
          <a:fontRef idx="minor">
            <a:schemeClr val="tx1"/>
          </a:fontRef>
        </p:style>
      </p:cxnSp>
      <p:cxnSp>
        <p:nvCxnSpPr>
          <p:cNvPr id="17" name="Straight Connector 16">
            <a:extLst>
              <a:ext uri="{FF2B5EF4-FFF2-40B4-BE49-F238E27FC236}">
                <a16:creationId xmlns:a16="http://schemas.microsoft.com/office/drawing/2014/main" id="{B4E7F8EC-988B-EDE4-048D-7331BA4C3AFE}"/>
              </a:ext>
            </a:extLst>
          </p:cNvPr>
          <p:cNvCxnSpPr/>
          <p:nvPr/>
        </p:nvCxnSpPr>
        <p:spPr>
          <a:xfrm>
            <a:off x="2043485" y="4135875"/>
            <a:ext cx="4126727" cy="0"/>
          </a:xfrm>
          <a:prstGeom prst="line">
            <a:avLst/>
          </a:prstGeom>
          <a:ln w="28575">
            <a:solidFill>
              <a:srgbClr val="C00000"/>
            </a:solidFill>
          </a:ln>
        </p:spPr>
        <p:style>
          <a:lnRef idx="2">
            <a:schemeClr val="accent2"/>
          </a:lnRef>
          <a:fillRef idx="0">
            <a:schemeClr val="accent2"/>
          </a:fillRef>
          <a:effectRef idx="1">
            <a:schemeClr val="accent2"/>
          </a:effectRef>
          <a:fontRef idx="minor">
            <a:schemeClr val="tx1"/>
          </a:fontRef>
        </p:style>
      </p:cxnSp>
      <p:cxnSp>
        <p:nvCxnSpPr>
          <p:cNvPr id="19" name="Straight Connector 18">
            <a:extLst>
              <a:ext uri="{FF2B5EF4-FFF2-40B4-BE49-F238E27FC236}">
                <a16:creationId xmlns:a16="http://schemas.microsoft.com/office/drawing/2014/main" id="{7B32F1A2-4F5C-E76A-C9B9-9956433C5B10}"/>
              </a:ext>
            </a:extLst>
          </p:cNvPr>
          <p:cNvCxnSpPr>
            <a:cxnSpLocks/>
          </p:cNvCxnSpPr>
          <p:nvPr/>
        </p:nvCxnSpPr>
        <p:spPr>
          <a:xfrm flipH="1">
            <a:off x="2043485" y="5458933"/>
            <a:ext cx="2409245" cy="0"/>
          </a:xfrm>
          <a:prstGeom prst="line">
            <a:avLst/>
          </a:prstGeom>
          <a:ln w="28575">
            <a:solidFill>
              <a:srgbClr val="C00000"/>
            </a:solidFill>
          </a:ln>
        </p:spPr>
        <p:style>
          <a:lnRef idx="2">
            <a:schemeClr val="accent2"/>
          </a:lnRef>
          <a:fillRef idx="0">
            <a:schemeClr val="accent2"/>
          </a:fillRef>
          <a:effectRef idx="1">
            <a:schemeClr val="accent2"/>
          </a:effectRef>
          <a:fontRef idx="minor">
            <a:schemeClr val="tx1"/>
          </a:fontRef>
        </p:style>
      </p:cxnSp>
      <p:sp>
        <p:nvSpPr>
          <p:cNvPr id="21" name="TextBox 20">
            <a:extLst>
              <a:ext uri="{FF2B5EF4-FFF2-40B4-BE49-F238E27FC236}">
                <a16:creationId xmlns:a16="http://schemas.microsoft.com/office/drawing/2014/main" id="{8CFD200A-B190-0F14-DF43-07C5AD872B69}"/>
              </a:ext>
            </a:extLst>
          </p:cNvPr>
          <p:cNvSpPr txBox="1"/>
          <p:nvPr/>
        </p:nvSpPr>
        <p:spPr>
          <a:xfrm>
            <a:off x="586739" y="5974335"/>
            <a:ext cx="10716192" cy="338554"/>
          </a:xfrm>
          <a:prstGeom prst="rect">
            <a:avLst/>
          </a:prstGeom>
          <a:noFill/>
        </p:spPr>
        <p:txBody>
          <a:bodyPr wrap="square">
            <a:spAutoFit/>
          </a:bodyPr>
          <a:lstStyle/>
          <a:p>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Dominant traits: </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bark surface humidity, s</a:t>
            </a:r>
            <a:r>
              <a:rPr lang="en-US" sz="1600" dirty="0">
                <a:latin typeface="Times New Roman" panose="02020603050405020304" pitchFamily="18" charset="0"/>
                <a:cs typeface="Times New Roman" panose="02020603050405020304" pitchFamily="18" charset="0"/>
              </a:rPr>
              <a:t>apwood density, bark surface temperature, bark water content……  </a:t>
            </a:r>
          </a:p>
        </p:txBody>
      </p:sp>
      <p:sp>
        <p:nvSpPr>
          <p:cNvPr id="12" name="Slide Number Placeholder 11">
            <a:extLst>
              <a:ext uri="{FF2B5EF4-FFF2-40B4-BE49-F238E27FC236}">
                <a16:creationId xmlns:a16="http://schemas.microsoft.com/office/drawing/2014/main" id="{0B0D7C94-B74B-B190-D029-FEAD1B850FB3}"/>
              </a:ext>
            </a:extLst>
          </p:cNvPr>
          <p:cNvSpPr>
            <a:spLocks noGrp="1"/>
          </p:cNvSpPr>
          <p:nvPr>
            <p:ph type="sldNum" sz="quarter" idx="12"/>
          </p:nvPr>
        </p:nvSpPr>
        <p:spPr/>
        <p:txBody>
          <a:bodyPr/>
          <a:lstStyle/>
          <a:p>
            <a:fld id="{511E72FE-814A-43D7-AA66-638DB960BCF9}" type="slidenum">
              <a:rPr lang="en-US" smtClean="0"/>
              <a:t>16</a:t>
            </a:fld>
            <a:endParaRPr lang="en-US"/>
          </a:p>
        </p:txBody>
      </p:sp>
      <p:sp>
        <p:nvSpPr>
          <p:cNvPr id="14" name="Arrow: Pentagon 13">
            <a:extLst>
              <a:ext uri="{FF2B5EF4-FFF2-40B4-BE49-F238E27FC236}">
                <a16:creationId xmlns:a16="http://schemas.microsoft.com/office/drawing/2014/main" id="{2B629242-BF87-C709-B4DE-42B70B511288}"/>
              </a:ext>
            </a:extLst>
          </p:cNvPr>
          <p:cNvSpPr/>
          <p:nvPr/>
        </p:nvSpPr>
        <p:spPr>
          <a:xfrm>
            <a:off x="214760" y="40035"/>
            <a:ext cx="6676693" cy="606735"/>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200" dirty="0">
                <a:latin typeface="Times New Roman" panose="02020603050405020304" pitchFamily="18" charset="0"/>
                <a:ea typeface="Times New Roman" panose="02020603050405020304" pitchFamily="18" charset="0"/>
              </a:rPr>
              <a:t>Stem traits as determinants of stem GHG fluxes ?</a:t>
            </a:r>
            <a:endParaRPr lang="en-US" sz="2200" dirty="0"/>
          </a:p>
        </p:txBody>
      </p:sp>
      <p:sp>
        <p:nvSpPr>
          <p:cNvPr id="16" name="Rectangle 15">
            <a:extLst>
              <a:ext uri="{FF2B5EF4-FFF2-40B4-BE49-F238E27FC236}">
                <a16:creationId xmlns:a16="http://schemas.microsoft.com/office/drawing/2014/main" id="{A54648BE-753E-2986-8D89-49C8319B32FB}"/>
              </a:ext>
            </a:extLst>
          </p:cNvPr>
          <p:cNvSpPr/>
          <p:nvPr/>
        </p:nvSpPr>
        <p:spPr>
          <a:xfrm>
            <a:off x="9040631" y="3116911"/>
            <a:ext cx="540689" cy="286248"/>
          </a:xfrm>
          <a:prstGeom prst="rect">
            <a:avLst/>
          </a:prstGeom>
          <a:noFill/>
          <a:ln w="285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8" name="Rectangle 17">
            <a:extLst>
              <a:ext uri="{FF2B5EF4-FFF2-40B4-BE49-F238E27FC236}">
                <a16:creationId xmlns:a16="http://schemas.microsoft.com/office/drawing/2014/main" id="{37E22487-A618-4DEA-F577-503C86FE3868}"/>
              </a:ext>
            </a:extLst>
          </p:cNvPr>
          <p:cNvSpPr/>
          <p:nvPr/>
        </p:nvSpPr>
        <p:spPr>
          <a:xfrm>
            <a:off x="9040630" y="4418144"/>
            <a:ext cx="540689" cy="286248"/>
          </a:xfrm>
          <a:prstGeom prst="rect">
            <a:avLst/>
          </a:prstGeom>
          <a:noFill/>
          <a:ln w="285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2" name="Rectangle 21">
            <a:extLst>
              <a:ext uri="{FF2B5EF4-FFF2-40B4-BE49-F238E27FC236}">
                <a16:creationId xmlns:a16="http://schemas.microsoft.com/office/drawing/2014/main" id="{22A0DCF6-E7D1-DB06-BBE4-4A2159AC7076}"/>
              </a:ext>
            </a:extLst>
          </p:cNvPr>
          <p:cNvSpPr/>
          <p:nvPr/>
        </p:nvSpPr>
        <p:spPr>
          <a:xfrm>
            <a:off x="9787393" y="3913237"/>
            <a:ext cx="389614" cy="246491"/>
          </a:xfrm>
          <a:prstGeom prst="rect">
            <a:avLst/>
          </a:prstGeom>
          <a:noFill/>
          <a:ln w="285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3" name="Rectangle 22">
            <a:extLst>
              <a:ext uri="{FF2B5EF4-FFF2-40B4-BE49-F238E27FC236}">
                <a16:creationId xmlns:a16="http://schemas.microsoft.com/office/drawing/2014/main" id="{AD57A7D0-4E32-2D8E-4DCA-99C3BB60A160}"/>
              </a:ext>
            </a:extLst>
          </p:cNvPr>
          <p:cNvSpPr/>
          <p:nvPr/>
        </p:nvSpPr>
        <p:spPr>
          <a:xfrm>
            <a:off x="9787393" y="5244248"/>
            <a:ext cx="389614" cy="246491"/>
          </a:xfrm>
          <a:prstGeom prst="rect">
            <a:avLst/>
          </a:prstGeom>
          <a:noFill/>
          <a:ln w="285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4" name="Rectangle 23">
            <a:extLst>
              <a:ext uri="{FF2B5EF4-FFF2-40B4-BE49-F238E27FC236}">
                <a16:creationId xmlns:a16="http://schemas.microsoft.com/office/drawing/2014/main" id="{5C250935-C314-A37B-CEA4-EA09E331953F}"/>
              </a:ext>
            </a:extLst>
          </p:cNvPr>
          <p:cNvSpPr/>
          <p:nvPr/>
        </p:nvSpPr>
        <p:spPr>
          <a:xfrm>
            <a:off x="10464744" y="3136789"/>
            <a:ext cx="389614" cy="246491"/>
          </a:xfrm>
          <a:prstGeom prst="rect">
            <a:avLst/>
          </a:prstGeom>
          <a:noFill/>
          <a:ln w="285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5" name="Rectangle 24">
            <a:extLst>
              <a:ext uri="{FF2B5EF4-FFF2-40B4-BE49-F238E27FC236}">
                <a16:creationId xmlns:a16="http://schemas.microsoft.com/office/drawing/2014/main" id="{31D781F4-4C13-BE69-EFE0-20EAC11787CE}"/>
              </a:ext>
            </a:extLst>
          </p:cNvPr>
          <p:cNvSpPr/>
          <p:nvPr/>
        </p:nvSpPr>
        <p:spPr>
          <a:xfrm>
            <a:off x="10473523" y="5244247"/>
            <a:ext cx="389614" cy="246491"/>
          </a:xfrm>
          <a:prstGeom prst="rect">
            <a:avLst/>
          </a:prstGeom>
          <a:noFill/>
          <a:ln w="285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1352771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bg2">
                <a:lumMod val="90000"/>
              </a:schemeClr>
            </a:gs>
            <a:gs pos="83000">
              <a:schemeClr val="accent5">
                <a:lumMod val="40000"/>
                <a:lumOff val="60000"/>
              </a:schemeClr>
            </a:gs>
            <a:gs pos="100000">
              <a:schemeClr val="bg2">
                <a:lumMod val="50000"/>
              </a:schemeClr>
            </a:gs>
          </a:gsLst>
          <a:lin ang="5400000" scaled="1"/>
        </a:gradFill>
        <a:effectLst/>
      </p:bgPr>
    </p:bg>
    <p:spTree>
      <p:nvGrpSpPr>
        <p:cNvPr id="1" name="">
          <a:extLst>
            <a:ext uri="{FF2B5EF4-FFF2-40B4-BE49-F238E27FC236}">
              <a16:creationId xmlns:a16="http://schemas.microsoft.com/office/drawing/2014/main" id="{8F12269C-576F-6E5B-D42C-42FA2ED3BD6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293A06B-4A05-84C1-769E-F0D3DFA11B3F}"/>
              </a:ext>
            </a:extLst>
          </p:cNvPr>
          <p:cNvSpPr/>
          <p:nvPr/>
        </p:nvSpPr>
        <p:spPr>
          <a:xfrm>
            <a:off x="-1" y="6591415"/>
            <a:ext cx="1981127" cy="487480"/>
          </a:xfrm>
          <a:prstGeom prst="rect">
            <a:avLst/>
          </a:prstGeom>
          <a:gradFill flip="none" rotWithShape="1">
            <a:gsLst>
              <a:gs pos="0">
                <a:srgbClr val="680000">
                  <a:tint val="66000"/>
                  <a:satMod val="160000"/>
                </a:srgbClr>
              </a:gs>
              <a:gs pos="50000">
                <a:srgbClr val="680000">
                  <a:tint val="44500"/>
                  <a:satMod val="160000"/>
                </a:srgbClr>
              </a:gs>
              <a:gs pos="100000">
                <a:srgbClr val="680000">
                  <a:tint val="23500"/>
                  <a:satMod val="160000"/>
                </a:srgbClr>
              </a:gs>
            </a:gsLst>
            <a:lin ang="5400000" scaled="1"/>
            <a:tileRect/>
          </a:gra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sp>
        <p:nvSpPr>
          <p:cNvPr id="5" name="Freeform 25">
            <a:extLst>
              <a:ext uri="{FF2B5EF4-FFF2-40B4-BE49-F238E27FC236}">
                <a16:creationId xmlns:a16="http://schemas.microsoft.com/office/drawing/2014/main" id="{B73BC28A-2895-EF31-2245-2DA76F75CDAD}"/>
              </a:ext>
            </a:extLst>
          </p:cNvPr>
          <p:cNvSpPr/>
          <p:nvPr/>
        </p:nvSpPr>
        <p:spPr>
          <a:xfrm rot="9558032" flipH="1">
            <a:off x="1879769" y="594658"/>
            <a:ext cx="413228" cy="868880"/>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pic>
        <p:nvPicPr>
          <p:cNvPr id="6" name="Picture 5">
            <a:extLst>
              <a:ext uri="{FF2B5EF4-FFF2-40B4-BE49-F238E27FC236}">
                <a16:creationId xmlns:a16="http://schemas.microsoft.com/office/drawing/2014/main" id="{2F33453E-0F8E-15A2-E09B-621C69A264C5}"/>
              </a:ext>
            </a:extLst>
          </p:cNvPr>
          <p:cNvPicPr>
            <a:picLocks noChangeAspect="1"/>
          </p:cNvPicPr>
          <p:nvPr/>
        </p:nvPicPr>
        <p:blipFill>
          <a:blip r:embed="rId2"/>
          <a:stretch>
            <a:fillRect/>
          </a:stretch>
        </p:blipFill>
        <p:spPr>
          <a:xfrm rot="5719328">
            <a:off x="1207821" y="-381252"/>
            <a:ext cx="1694570" cy="1830692"/>
          </a:xfrm>
          <a:prstGeom prst="rect">
            <a:avLst/>
          </a:prstGeom>
        </p:spPr>
      </p:pic>
      <p:sp>
        <p:nvSpPr>
          <p:cNvPr id="8" name="Freeform 25">
            <a:extLst>
              <a:ext uri="{FF2B5EF4-FFF2-40B4-BE49-F238E27FC236}">
                <a16:creationId xmlns:a16="http://schemas.microsoft.com/office/drawing/2014/main" id="{0088A87C-1777-ABA6-99F9-EC558D76E4F7}"/>
              </a:ext>
            </a:extLst>
          </p:cNvPr>
          <p:cNvSpPr/>
          <p:nvPr/>
        </p:nvSpPr>
        <p:spPr>
          <a:xfrm rot="716734" flipH="1">
            <a:off x="917072" y="529873"/>
            <a:ext cx="259168" cy="663772"/>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0" name="Freeform 25">
            <a:extLst>
              <a:ext uri="{FF2B5EF4-FFF2-40B4-BE49-F238E27FC236}">
                <a16:creationId xmlns:a16="http://schemas.microsoft.com/office/drawing/2014/main" id="{471AE26A-3538-7369-4023-A02AE374888D}"/>
              </a:ext>
            </a:extLst>
          </p:cNvPr>
          <p:cNvSpPr/>
          <p:nvPr/>
        </p:nvSpPr>
        <p:spPr>
          <a:xfrm>
            <a:off x="550824" y="1940192"/>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2" name="Freeform 28">
            <a:extLst>
              <a:ext uri="{FF2B5EF4-FFF2-40B4-BE49-F238E27FC236}">
                <a16:creationId xmlns:a16="http://schemas.microsoft.com/office/drawing/2014/main" id="{D07F74D4-F5F2-FF15-FB4F-2C6570C62D23}"/>
              </a:ext>
            </a:extLst>
          </p:cNvPr>
          <p:cNvSpPr/>
          <p:nvPr/>
        </p:nvSpPr>
        <p:spPr>
          <a:xfrm>
            <a:off x="575813" y="2104785"/>
            <a:ext cx="1109149" cy="3525458"/>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456" h="1346745">
                <a:moveTo>
                  <a:pt x="137716" y="368860"/>
                </a:moveTo>
                <a:cubicBezTo>
                  <a:pt x="137716" y="356579"/>
                  <a:pt x="137716" y="344298"/>
                  <a:pt x="137285" y="332017"/>
                </a:cubicBezTo>
                <a:cubicBezTo>
                  <a:pt x="134053" y="217395"/>
                  <a:pt x="111436" y="100618"/>
                  <a:pt x="54999" y="0"/>
                </a:cubicBezTo>
                <a:cubicBezTo>
                  <a:pt x="128453" y="140908"/>
                  <a:pt x="136639" y="305301"/>
                  <a:pt x="120268" y="460644"/>
                </a:cubicBezTo>
                <a:cubicBezTo>
                  <a:pt x="107127" y="587548"/>
                  <a:pt x="77617" y="716606"/>
                  <a:pt x="57799" y="842648"/>
                </a:cubicBezTo>
                <a:cubicBezTo>
                  <a:pt x="40136" y="953176"/>
                  <a:pt x="-638" y="1098233"/>
                  <a:pt x="11209" y="1210054"/>
                </a:cubicBezTo>
                <a:cubicBezTo>
                  <a:pt x="6686" y="1273818"/>
                  <a:pt x="3144" y="1288379"/>
                  <a:pt x="6747" y="1301319"/>
                </a:cubicBezTo>
                <a:cubicBezTo>
                  <a:pt x="8388" y="1322265"/>
                  <a:pt x="-6700" y="1333721"/>
                  <a:pt x="3662" y="1342250"/>
                </a:cubicBezTo>
                <a:cubicBezTo>
                  <a:pt x="7539" y="1356147"/>
                  <a:pt x="66552" y="1332309"/>
                  <a:pt x="77617" y="1343798"/>
                </a:cubicBezTo>
                <a:lnTo>
                  <a:pt x="120052" y="1343798"/>
                </a:lnTo>
                <a:cubicBezTo>
                  <a:pt x="99157" y="1292950"/>
                  <a:pt x="85371" y="1239517"/>
                  <a:pt x="77186" y="1185222"/>
                </a:cubicBezTo>
                <a:cubicBezTo>
                  <a:pt x="60815" y="1072754"/>
                  <a:pt x="67923" y="958347"/>
                  <a:pt x="82355" y="846095"/>
                </a:cubicBezTo>
                <a:cubicBezTo>
                  <a:pt x="99588" y="711435"/>
                  <a:pt x="127160" y="575913"/>
                  <a:pt x="135346" y="439745"/>
                </a:cubicBezTo>
                <a:cubicBezTo>
                  <a:pt x="138147" y="392991"/>
                  <a:pt x="161841" y="349900"/>
                  <a:pt x="200615" y="323614"/>
                </a:cubicBezTo>
                <a:cubicBezTo>
                  <a:pt x="200830" y="323614"/>
                  <a:pt x="201046" y="323184"/>
                  <a:pt x="201476" y="322968"/>
                </a:cubicBezTo>
                <a:cubicBezTo>
                  <a:pt x="228618" y="304654"/>
                  <a:pt x="260283" y="292373"/>
                  <a:pt x="293456" y="288495"/>
                </a:cubicBezTo>
                <a:cubicBezTo>
                  <a:pt x="232280" y="291512"/>
                  <a:pt x="174981" y="320383"/>
                  <a:pt x="137931" y="368860"/>
                </a:cubicBezTo>
                <a:lnTo>
                  <a:pt x="137716" y="368860"/>
                </a:lnTo>
                <a:close/>
              </a:path>
            </a:pathLst>
          </a:custGeom>
          <a:gradFill flip="none" rotWithShape="1">
            <a:gsLst>
              <a:gs pos="0">
                <a:srgbClr val="68000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3" name="Freeform 25">
            <a:extLst>
              <a:ext uri="{FF2B5EF4-FFF2-40B4-BE49-F238E27FC236}">
                <a16:creationId xmlns:a16="http://schemas.microsoft.com/office/drawing/2014/main" id="{14F1C2A9-7B6E-02CD-99CF-0100C9C47C7F}"/>
              </a:ext>
            </a:extLst>
          </p:cNvPr>
          <p:cNvSpPr/>
          <p:nvPr/>
        </p:nvSpPr>
        <p:spPr>
          <a:xfrm>
            <a:off x="412653" y="919704"/>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4" name="Freeform 28">
            <a:extLst>
              <a:ext uri="{FF2B5EF4-FFF2-40B4-BE49-F238E27FC236}">
                <a16:creationId xmlns:a16="http://schemas.microsoft.com/office/drawing/2014/main" id="{92D841C4-DA8A-33F8-8B7B-43B96F80917D}"/>
              </a:ext>
            </a:extLst>
          </p:cNvPr>
          <p:cNvSpPr/>
          <p:nvPr/>
        </p:nvSpPr>
        <p:spPr>
          <a:xfrm flipH="1">
            <a:off x="567698" y="862124"/>
            <a:ext cx="519385" cy="2082792"/>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61223" h="955203">
                <a:moveTo>
                  <a:pt x="105483" y="368860"/>
                </a:moveTo>
                <a:cubicBezTo>
                  <a:pt x="105483" y="356579"/>
                  <a:pt x="105483" y="344298"/>
                  <a:pt x="105052" y="332017"/>
                </a:cubicBezTo>
                <a:cubicBezTo>
                  <a:pt x="101820" y="217395"/>
                  <a:pt x="79203" y="100618"/>
                  <a:pt x="22766" y="0"/>
                </a:cubicBezTo>
                <a:cubicBezTo>
                  <a:pt x="96220" y="140908"/>
                  <a:pt x="104406" y="305301"/>
                  <a:pt x="88035" y="460644"/>
                </a:cubicBezTo>
                <a:cubicBezTo>
                  <a:pt x="74894" y="587548"/>
                  <a:pt x="20879" y="783328"/>
                  <a:pt x="1061" y="909370"/>
                </a:cubicBezTo>
                <a:cubicBezTo>
                  <a:pt x="-4761" y="989297"/>
                  <a:pt x="14894" y="942618"/>
                  <a:pt x="23071" y="932072"/>
                </a:cubicBezTo>
                <a:cubicBezTo>
                  <a:pt x="40080" y="853801"/>
                  <a:pt x="78895" y="541155"/>
                  <a:pt x="103113" y="439745"/>
                </a:cubicBezTo>
                <a:cubicBezTo>
                  <a:pt x="105914" y="392991"/>
                  <a:pt x="129608" y="349900"/>
                  <a:pt x="168382" y="323614"/>
                </a:cubicBezTo>
                <a:cubicBezTo>
                  <a:pt x="168597" y="323614"/>
                  <a:pt x="168813" y="323184"/>
                  <a:pt x="169243" y="322968"/>
                </a:cubicBezTo>
                <a:cubicBezTo>
                  <a:pt x="196385" y="304654"/>
                  <a:pt x="228050" y="292373"/>
                  <a:pt x="261223" y="288495"/>
                </a:cubicBezTo>
                <a:cubicBezTo>
                  <a:pt x="200047" y="291512"/>
                  <a:pt x="142748" y="320383"/>
                  <a:pt x="105698" y="368860"/>
                </a:cubicBezTo>
                <a:lnTo>
                  <a:pt x="105483" y="368860"/>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5" name="Freeform 28">
            <a:extLst>
              <a:ext uri="{FF2B5EF4-FFF2-40B4-BE49-F238E27FC236}">
                <a16:creationId xmlns:a16="http://schemas.microsoft.com/office/drawing/2014/main" id="{2562DAF5-D57C-0A59-8031-6909CE8C135A}"/>
              </a:ext>
            </a:extLst>
          </p:cNvPr>
          <p:cNvSpPr/>
          <p:nvPr/>
        </p:nvSpPr>
        <p:spPr>
          <a:xfrm>
            <a:off x="948573" y="1391638"/>
            <a:ext cx="623185" cy="83005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 name="csX0" fmla="*/ 82717 w 238457"/>
              <a:gd name="csY0" fmla="*/ 368860 h 932100"/>
              <a:gd name="csX1" fmla="*/ 82286 w 238457"/>
              <a:gd name="csY1" fmla="*/ 332017 h 932100"/>
              <a:gd name="csX2" fmla="*/ 0 w 238457"/>
              <a:gd name="csY2" fmla="*/ 0 h 932100"/>
              <a:gd name="csX3" fmla="*/ 65269 w 238457"/>
              <a:gd name="csY3" fmla="*/ 460644 h 932100"/>
              <a:gd name="csX4" fmla="*/ 305 w 238457"/>
              <a:gd name="csY4" fmla="*/ 932072 h 932100"/>
              <a:gd name="csX5" fmla="*/ 80347 w 238457"/>
              <a:gd name="csY5" fmla="*/ 439745 h 932100"/>
              <a:gd name="csX6" fmla="*/ 145616 w 238457"/>
              <a:gd name="csY6" fmla="*/ 323614 h 932100"/>
              <a:gd name="csX7" fmla="*/ 146477 w 238457"/>
              <a:gd name="csY7" fmla="*/ 322968 h 932100"/>
              <a:gd name="csX8" fmla="*/ 238457 w 238457"/>
              <a:gd name="csY8" fmla="*/ 288495 h 932100"/>
              <a:gd name="csX9" fmla="*/ 82932 w 238457"/>
              <a:gd name="csY9" fmla="*/ 368860 h 932100"/>
              <a:gd name="csX10" fmla="*/ 82717 w 238457"/>
              <a:gd name="csY10" fmla="*/ 368860 h 932100"/>
              <a:gd name="csX0" fmla="*/ 82717 w 238457"/>
              <a:gd name="csY0" fmla="*/ 368860 h 492900"/>
              <a:gd name="csX1" fmla="*/ 82286 w 238457"/>
              <a:gd name="csY1" fmla="*/ 332017 h 492900"/>
              <a:gd name="csX2" fmla="*/ 0 w 238457"/>
              <a:gd name="csY2" fmla="*/ 0 h 492900"/>
              <a:gd name="csX3" fmla="*/ 65269 w 238457"/>
              <a:gd name="csY3" fmla="*/ 460644 h 492900"/>
              <a:gd name="csX4" fmla="*/ 80347 w 238457"/>
              <a:gd name="csY4" fmla="*/ 439745 h 492900"/>
              <a:gd name="csX5" fmla="*/ 145616 w 238457"/>
              <a:gd name="csY5" fmla="*/ 323614 h 492900"/>
              <a:gd name="csX6" fmla="*/ 146477 w 238457"/>
              <a:gd name="csY6" fmla="*/ 322968 h 492900"/>
              <a:gd name="csX7" fmla="*/ 238457 w 238457"/>
              <a:gd name="csY7" fmla="*/ 288495 h 492900"/>
              <a:gd name="csX8" fmla="*/ 82932 w 238457"/>
              <a:gd name="csY8" fmla="*/ 368860 h 492900"/>
              <a:gd name="csX9" fmla="*/ 82717 w 238457"/>
              <a:gd name="csY9" fmla="*/ 368860 h 492900"/>
              <a:gd name="csX0" fmla="*/ 17448 w 173188"/>
              <a:gd name="csY0" fmla="*/ 256637 h 380677"/>
              <a:gd name="csX1" fmla="*/ 17017 w 173188"/>
              <a:gd name="csY1" fmla="*/ 219794 h 380677"/>
              <a:gd name="csX2" fmla="*/ 17938 w 173188"/>
              <a:gd name="csY2" fmla="*/ 0 h 380677"/>
              <a:gd name="csX3" fmla="*/ 0 w 173188"/>
              <a:gd name="csY3" fmla="*/ 348421 h 380677"/>
              <a:gd name="csX4" fmla="*/ 15078 w 173188"/>
              <a:gd name="csY4" fmla="*/ 327522 h 380677"/>
              <a:gd name="csX5" fmla="*/ 80347 w 173188"/>
              <a:gd name="csY5" fmla="*/ 211391 h 380677"/>
              <a:gd name="csX6" fmla="*/ 81208 w 173188"/>
              <a:gd name="csY6" fmla="*/ 210745 h 380677"/>
              <a:gd name="csX7" fmla="*/ 173188 w 173188"/>
              <a:gd name="csY7" fmla="*/ 176272 h 380677"/>
              <a:gd name="csX8" fmla="*/ 17663 w 173188"/>
              <a:gd name="csY8" fmla="*/ 256637 h 380677"/>
              <a:gd name="csX9" fmla="*/ 17448 w 173188"/>
              <a:gd name="csY9" fmla="*/ 256637 h 3806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3188" h="380677">
                <a:moveTo>
                  <a:pt x="17448" y="256637"/>
                </a:moveTo>
                <a:cubicBezTo>
                  <a:pt x="17448" y="244356"/>
                  <a:pt x="17448" y="232075"/>
                  <a:pt x="17017" y="219794"/>
                </a:cubicBezTo>
                <a:cubicBezTo>
                  <a:pt x="13785" y="105172"/>
                  <a:pt x="74375" y="100618"/>
                  <a:pt x="17938" y="0"/>
                </a:cubicBezTo>
                <a:cubicBezTo>
                  <a:pt x="91392" y="140908"/>
                  <a:pt x="16371" y="193078"/>
                  <a:pt x="0" y="348421"/>
                </a:cubicBezTo>
                <a:cubicBezTo>
                  <a:pt x="13391" y="421712"/>
                  <a:pt x="1687" y="350360"/>
                  <a:pt x="15078" y="327522"/>
                </a:cubicBezTo>
                <a:cubicBezTo>
                  <a:pt x="17879" y="280768"/>
                  <a:pt x="41573" y="237677"/>
                  <a:pt x="80347" y="211391"/>
                </a:cubicBezTo>
                <a:cubicBezTo>
                  <a:pt x="80562" y="211391"/>
                  <a:pt x="80778" y="210961"/>
                  <a:pt x="81208" y="210745"/>
                </a:cubicBezTo>
                <a:cubicBezTo>
                  <a:pt x="108350" y="192431"/>
                  <a:pt x="140015" y="180150"/>
                  <a:pt x="173188" y="176272"/>
                </a:cubicBezTo>
                <a:cubicBezTo>
                  <a:pt x="112012" y="179289"/>
                  <a:pt x="54713" y="208160"/>
                  <a:pt x="17663" y="256637"/>
                </a:cubicBezTo>
                <a:lnTo>
                  <a:pt x="17448" y="256637"/>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6" name="Freeform 28">
            <a:extLst>
              <a:ext uri="{FF2B5EF4-FFF2-40B4-BE49-F238E27FC236}">
                <a16:creationId xmlns:a16="http://schemas.microsoft.com/office/drawing/2014/main" id="{7D008384-1D7C-F3F5-9963-A540C95254C2}"/>
              </a:ext>
            </a:extLst>
          </p:cNvPr>
          <p:cNvSpPr/>
          <p:nvPr/>
        </p:nvSpPr>
        <p:spPr>
          <a:xfrm>
            <a:off x="540251" y="4903256"/>
            <a:ext cx="519385" cy="183451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 name="csX0" fmla="*/ 137716 w 293456"/>
              <a:gd name="csY0" fmla="*/ 80365 h 1058250"/>
              <a:gd name="csX1" fmla="*/ 137285 w 293456"/>
              <a:gd name="csY1" fmla="*/ 43522 h 1058250"/>
              <a:gd name="csX2" fmla="*/ 120268 w 293456"/>
              <a:gd name="csY2" fmla="*/ 172149 h 1058250"/>
              <a:gd name="csX3" fmla="*/ 57799 w 293456"/>
              <a:gd name="csY3" fmla="*/ 554153 h 1058250"/>
              <a:gd name="csX4" fmla="*/ 11209 w 293456"/>
              <a:gd name="csY4" fmla="*/ 921559 h 1058250"/>
              <a:gd name="csX5" fmla="*/ 6747 w 293456"/>
              <a:gd name="csY5" fmla="*/ 1012824 h 1058250"/>
              <a:gd name="csX6" fmla="*/ 3662 w 293456"/>
              <a:gd name="csY6" fmla="*/ 1053755 h 1058250"/>
              <a:gd name="csX7" fmla="*/ 77617 w 293456"/>
              <a:gd name="csY7" fmla="*/ 1055303 h 1058250"/>
              <a:gd name="csX8" fmla="*/ 120052 w 293456"/>
              <a:gd name="csY8" fmla="*/ 1055303 h 1058250"/>
              <a:gd name="csX9" fmla="*/ 77186 w 293456"/>
              <a:gd name="csY9" fmla="*/ 896727 h 1058250"/>
              <a:gd name="csX10" fmla="*/ 82355 w 293456"/>
              <a:gd name="csY10" fmla="*/ 557600 h 1058250"/>
              <a:gd name="csX11" fmla="*/ 135346 w 293456"/>
              <a:gd name="csY11" fmla="*/ 151250 h 1058250"/>
              <a:gd name="csX12" fmla="*/ 200615 w 293456"/>
              <a:gd name="csY12" fmla="*/ 35119 h 1058250"/>
              <a:gd name="csX13" fmla="*/ 201476 w 293456"/>
              <a:gd name="csY13" fmla="*/ 34473 h 1058250"/>
              <a:gd name="csX14" fmla="*/ 293456 w 293456"/>
              <a:gd name="csY14" fmla="*/ 0 h 1058250"/>
              <a:gd name="csX15" fmla="*/ 137931 w 293456"/>
              <a:gd name="csY15" fmla="*/ 80365 h 1058250"/>
              <a:gd name="csX16" fmla="*/ 137716 w 293456"/>
              <a:gd name="csY16" fmla="*/ 80365 h 1058250"/>
              <a:gd name="csX0" fmla="*/ 137716 w 294424"/>
              <a:gd name="csY0" fmla="*/ 82135 h 1060020"/>
              <a:gd name="csX1" fmla="*/ 137285 w 294424"/>
              <a:gd name="csY1" fmla="*/ 45292 h 1060020"/>
              <a:gd name="csX2" fmla="*/ 120268 w 294424"/>
              <a:gd name="csY2" fmla="*/ 173919 h 1060020"/>
              <a:gd name="csX3" fmla="*/ 57799 w 294424"/>
              <a:gd name="csY3" fmla="*/ 555923 h 1060020"/>
              <a:gd name="csX4" fmla="*/ 11209 w 294424"/>
              <a:gd name="csY4" fmla="*/ 923329 h 1060020"/>
              <a:gd name="csX5" fmla="*/ 6747 w 294424"/>
              <a:gd name="csY5" fmla="*/ 1014594 h 1060020"/>
              <a:gd name="csX6" fmla="*/ 3662 w 294424"/>
              <a:gd name="csY6" fmla="*/ 1055525 h 1060020"/>
              <a:gd name="csX7" fmla="*/ 77617 w 294424"/>
              <a:gd name="csY7" fmla="*/ 1057073 h 1060020"/>
              <a:gd name="csX8" fmla="*/ 120052 w 294424"/>
              <a:gd name="csY8" fmla="*/ 1057073 h 1060020"/>
              <a:gd name="csX9" fmla="*/ 77186 w 294424"/>
              <a:gd name="csY9" fmla="*/ 898497 h 1060020"/>
              <a:gd name="csX10" fmla="*/ 82355 w 294424"/>
              <a:gd name="csY10" fmla="*/ 559370 h 1060020"/>
              <a:gd name="csX11" fmla="*/ 135346 w 294424"/>
              <a:gd name="csY11" fmla="*/ 153020 h 1060020"/>
              <a:gd name="csX12" fmla="*/ 200615 w 294424"/>
              <a:gd name="csY12" fmla="*/ 36889 h 1060020"/>
              <a:gd name="csX13" fmla="*/ 293456 w 294424"/>
              <a:gd name="csY13" fmla="*/ 1770 h 1060020"/>
              <a:gd name="csX14" fmla="*/ 137931 w 294424"/>
              <a:gd name="csY14" fmla="*/ 82135 h 1060020"/>
              <a:gd name="csX15" fmla="*/ 137716 w 294424"/>
              <a:gd name="csY15" fmla="*/ 82135 h 1060020"/>
              <a:gd name="csX0" fmla="*/ 137716 w 200617"/>
              <a:gd name="csY0" fmla="*/ 47059 h 1024944"/>
              <a:gd name="csX1" fmla="*/ 137285 w 200617"/>
              <a:gd name="csY1" fmla="*/ 10216 h 1024944"/>
              <a:gd name="csX2" fmla="*/ 120268 w 200617"/>
              <a:gd name="csY2" fmla="*/ 138843 h 1024944"/>
              <a:gd name="csX3" fmla="*/ 57799 w 200617"/>
              <a:gd name="csY3" fmla="*/ 520847 h 1024944"/>
              <a:gd name="csX4" fmla="*/ 11209 w 200617"/>
              <a:gd name="csY4" fmla="*/ 888253 h 1024944"/>
              <a:gd name="csX5" fmla="*/ 6747 w 200617"/>
              <a:gd name="csY5" fmla="*/ 979518 h 1024944"/>
              <a:gd name="csX6" fmla="*/ 3662 w 200617"/>
              <a:gd name="csY6" fmla="*/ 1020449 h 1024944"/>
              <a:gd name="csX7" fmla="*/ 77617 w 200617"/>
              <a:gd name="csY7" fmla="*/ 1021997 h 1024944"/>
              <a:gd name="csX8" fmla="*/ 120052 w 200617"/>
              <a:gd name="csY8" fmla="*/ 1021997 h 1024944"/>
              <a:gd name="csX9" fmla="*/ 77186 w 200617"/>
              <a:gd name="csY9" fmla="*/ 863421 h 1024944"/>
              <a:gd name="csX10" fmla="*/ 82355 w 200617"/>
              <a:gd name="csY10" fmla="*/ 524294 h 1024944"/>
              <a:gd name="csX11" fmla="*/ 135346 w 200617"/>
              <a:gd name="csY11" fmla="*/ 117944 h 1024944"/>
              <a:gd name="csX12" fmla="*/ 200615 w 200617"/>
              <a:gd name="csY12" fmla="*/ 1813 h 1024944"/>
              <a:gd name="csX13" fmla="*/ 137931 w 200617"/>
              <a:gd name="csY13" fmla="*/ 47059 h 1024944"/>
              <a:gd name="csX14" fmla="*/ 137716 w 200617"/>
              <a:gd name="csY14" fmla="*/ 47059 h 1024944"/>
              <a:gd name="csX0" fmla="*/ 137716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13" fmla="*/ 137716 w 140143"/>
              <a:gd name="csY13" fmla="*/ 36843 h 1014728"/>
              <a:gd name="csX0" fmla="*/ 137931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0" fmla="*/ 135346 w 140749"/>
              <a:gd name="csY0" fmla="*/ 108035 h 1015035"/>
              <a:gd name="csX1" fmla="*/ 137285 w 140749"/>
              <a:gd name="csY1" fmla="*/ 307 h 1015035"/>
              <a:gd name="csX2" fmla="*/ 120268 w 140749"/>
              <a:gd name="csY2" fmla="*/ 128934 h 1015035"/>
              <a:gd name="csX3" fmla="*/ 57799 w 140749"/>
              <a:gd name="csY3" fmla="*/ 510938 h 1015035"/>
              <a:gd name="csX4" fmla="*/ 11209 w 140749"/>
              <a:gd name="csY4" fmla="*/ 878344 h 1015035"/>
              <a:gd name="csX5" fmla="*/ 6747 w 140749"/>
              <a:gd name="csY5" fmla="*/ 969609 h 1015035"/>
              <a:gd name="csX6" fmla="*/ 3662 w 140749"/>
              <a:gd name="csY6" fmla="*/ 1010540 h 1015035"/>
              <a:gd name="csX7" fmla="*/ 77617 w 140749"/>
              <a:gd name="csY7" fmla="*/ 1012088 h 1015035"/>
              <a:gd name="csX8" fmla="*/ 120052 w 140749"/>
              <a:gd name="csY8" fmla="*/ 1012088 h 1015035"/>
              <a:gd name="csX9" fmla="*/ 77186 w 140749"/>
              <a:gd name="csY9" fmla="*/ 853512 h 1015035"/>
              <a:gd name="csX10" fmla="*/ 82355 w 140749"/>
              <a:gd name="csY10" fmla="*/ 514385 h 1015035"/>
              <a:gd name="csX11" fmla="*/ 135346 w 140749"/>
              <a:gd name="csY11" fmla="*/ 108035 h 1015035"/>
              <a:gd name="csX0" fmla="*/ 135346 w 137484"/>
              <a:gd name="csY0" fmla="*/ 39889 h 946889"/>
              <a:gd name="csX1" fmla="*/ 120268 w 137484"/>
              <a:gd name="csY1" fmla="*/ 60788 h 946889"/>
              <a:gd name="csX2" fmla="*/ 57799 w 137484"/>
              <a:gd name="csY2" fmla="*/ 442792 h 946889"/>
              <a:gd name="csX3" fmla="*/ 11209 w 137484"/>
              <a:gd name="csY3" fmla="*/ 810198 h 946889"/>
              <a:gd name="csX4" fmla="*/ 6747 w 137484"/>
              <a:gd name="csY4" fmla="*/ 901463 h 946889"/>
              <a:gd name="csX5" fmla="*/ 3662 w 137484"/>
              <a:gd name="csY5" fmla="*/ 942394 h 946889"/>
              <a:gd name="csX6" fmla="*/ 77617 w 137484"/>
              <a:gd name="csY6" fmla="*/ 943942 h 946889"/>
              <a:gd name="csX7" fmla="*/ 120052 w 137484"/>
              <a:gd name="csY7" fmla="*/ 943942 h 946889"/>
              <a:gd name="csX8" fmla="*/ 77186 w 137484"/>
              <a:gd name="csY8" fmla="*/ 785366 h 946889"/>
              <a:gd name="csX9" fmla="*/ 82355 w 137484"/>
              <a:gd name="csY9" fmla="*/ 446239 h 946889"/>
              <a:gd name="csX10" fmla="*/ 135346 w 137484"/>
              <a:gd name="csY10" fmla="*/ 39889 h 946889"/>
              <a:gd name="csX0" fmla="*/ 135346 w 135346"/>
              <a:gd name="csY0" fmla="*/ 1 h 907001"/>
              <a:gd name="csX1" fmla="*/ 57799 w 135346"/>
              <a:gd name="csY1" fmla="*/ 402904 h 907001"/>
              <a:gd name="csX2" fmla="*/ 11209 w 135346"/>
              <a:gd name="csY2" fmla="*/ 770310 h 907001"/>
              <a:gd name="csX3" fmla="*/ 6747 w 135346"/>
              <a:gd name="csY3" fmla="*/ 861575 h 907001"/>
              <a:gd name="csX4" fmla="*/ 3662 w 135346"/>
              <a:gd name="csY4" fmla="*/ 902506 h 907001"/>
              <a:gd name="csX5" fmla="*/ 77617 w 135346"/>
              <a:gd name="csY5" fmla="*/ 904054 h 907001"/>
              <a:gd name="csX6" fmla="*/ 120052 w 135346"/>
              <a:gd name="csY6" fmla="*/ 904054 h 907001"/>
              <a:gd name="csX7" fmla="*/ 77186 w 135346"/>
              <a:gd name="csY7" fmla="*/ 745478 h 907001"/>
              <a:gd name="csX8" fmla="*/ 82355 w 135346"/>
              <a:gd name="csY8" fmla="*/ 406351 h 907001"/>
              <a:gd name="csX9" fmla="*/ 135346 w 135346"/>
              <a:gd name="csY9" fmla="*/ 1 h 907001"/>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77186 w 120052"/>
              <a:gd name="csY7" fmla="*/ 385096 h 546619"/>
              <a:gd name="csX8" fmla="*/ 82355 w 120052"/>
              <a:gd name="csY8" fmla="*/ 45969 h 546619"/>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92893 w 120052"/>
              <a:gd name="csY7" fmla="*/ 369397 h 546619"/>
              <a:gd name="csX8" fmla="*/ 82355 w 120052"/>
              <a:gd name="csY8" fmla="*/ 45969 h 546619"/>
              <a:gd name="csX0" fmla="*/ 80784 w 120052"/>
              <a:gd name="csY0" fmla="*/ 199646 h 515831"/>
              <a:gd name="csX1" fmla="*/ 57799 w 120052"/>
              <a:gd name="csY1" fmla="*/ 11734 h 515831"/>
              <a:gd name="csX2" fmla="*/ 11209 w 120052"/>
              <a:gd name="csY2" fmla="*/ 379140 h 515831"/>
              <a:gd name="csX3" fmla="*/ 6747 w 120052"/>
              <a:gd name="csY3" fmla="*/ 470405 h 515831"/>
              <a:gd name="csX4" fmla="*/ 3662 w 120052"/>
              <a:gd name="csY4" fmla="*/ 511336 h 515831"/>
              <a:gd name="csX5" fmla="*/ 77617 w 120052"/>
              <a:gd name="csY5" fmla="*/ 512884 h 515831"/>
              <a:gd name="csX6" fmla="*/ 120052 w 120052"/>
              <a:gd name="csY6" fmla="*/ 512884 h 515831"/>
              <a:gd name="csX7" fmla="*/ 92893 w 120052"/>
              <a:gd name="csY7" fmla="*/ 338609 h 515831"/>
              <a:gd name="csX8" fmla="*/ 80784 w 120052"/>
              <a:gd name="csY8" fmla="*/ 199646 h 515831"/>
              <a:gd name="csX0" fmla="*/ 80784 w 120052"/>
              <a:gd name="csY0" fmla="*/ 48110 h 364295"/>
              <a:gd name="csX1" fmla="*/ 27956 w 120052"/>
              <a:gd name="csY1" fmla="*/ 40738 h 364295"/>
              <a:gd name="csX2" fmla="*/ 11209 w 120052"/>
              <a:gd name="csY2" fmla="*/ 227604 h 364295"/>
              <a:gd name="csX3" fmla="*/ 6747 w 120052"/>
              <a:gd name="csY3" fmla="*/ 318869 h 364295"/>
              <a:gd name="csX4" fmla="*/ 3662 w 120052"/>
              <a:gd name="csY4" fmla="*/ 359800 h 364295"/>
              <a:gd name="csX5" fmla="*/ 77617 w 120052"/>
              <a:gd name="csY5" fmla="*/ 361348 h 364295"/>
              <a:gd name="csX6" fmla="*/ 120052 w 120052"/>
              <a:gd name="csY6" fmla="*/ 361348 h 364295"/>
              <a:gd name="csX7" fmla="*/ 92893 w 120052"/>
              <a:gd name="csY7" fmla="*/ 187073 h 364295"/>
              <a:gd name="csX8" fmla="*/ 80784 w 120052"/>
              <a:gd name="csY8" fmla="*/ 48110 h 364295"/>
              <a:gd name="csX0" fmla="*/ 92893 w 120052"/>
              <a:gd name="csY0" fmla="*/ 146662 h 323884"/>
              <a:gd name="csX1" fmla="*/ 27956 w 120052"/>
              <a:gd name="csY1" fmla="*/ 327 h 323884"/>
              <a:gd name="csX2" fmla="*/ 11209 w 120052"/>
              <a:gd name="csY2" fmla="*/ 187193 h 323884"/>
              <a:gd name="csX3" fmla="*/ 6747 w 120052"/>
              <a:gd name="csY3" fmla="*/ 278458 h 323884"/>
              <a:gd name="csX4" fmla="*/ 3662 w 120052"/>
              <a:gd name="csY4" fmla="*/ 319389 h 323884"/>
              <a:gd name="csX5" fmla="*/ 77617 w 120052"/>
              <a:gd name="csY5" fmla="*/ 320937 h 323884"/>
              <a:gd name="csX6" fmla="*/ 120052 w 120052"/>
              <a:gd name="csY6" fmla="*/ 320937 h 323884"/>
              <a:gd name="csX7" fmla="*/ 92893 w 120052"/>
              <a:gd name="csY7" fmla="*/ 146662 h 323884"/>
              <a:gd name="csX0" fmla="*/ 92893 w 120052"/>
              <a:gd name="csY0" fmla="*/ 150479 h 327701"/>
              <a:gd name="csX1" fmla="*/ 72647 w 120052"/>
              <a:gd name="csY1" fmla="*/ 59128 h 327701"/>
              <a:gd name="csX2" fmla="*/ 27956 w 120052"/>
              <a:gd name="csY2" fmla="*/ 4144 h 327701"/>
              <a:gd name="csX3" fmla="*/ 11209 w 120052"/>
              <a:gd name="csY3" fmla="*/ 191010 h 327701"/>
              <a:gd name="csX4" fmla="*/ 6747 w 120052"/>
              <a:gd name="csY4" fmla="*/ 282275 h 327701"/>
              <a:gd name="csX5" fmla="*/ 3662 w 120052"/>
              <a:gd name="csY5" fmla="*/ 323206 h 327701"/>
              <a:gd name="csX6" fmla="*/ 77617 w 120052"/>
              <a:gd name="csY6" fmla="*/ 324754 h 327701"/>
              <a:gd name="csX7" fmla="*/ 120052 w 120052"/>
              <a:gd name="csY7" fmla="*/ 324754 h 327701"/>
              <a:gd name="csX8" fmla="*/ 92893 w 120052"/>
              <a:gd name="csY8" fmla="*/ 150479 h 327701"/>
              <a:gd name="csX0" fmla="*/ 92893 w 120052"/>
              <a:gd name="csY0" fmla="*/ 150066 h 327288"/>
              <a:gd name="csX1" fmla="*/ 94048 w 120052"/>
              <a:gd name="csY1" fmla="*/ 104468 h 327288"/>
              <a:gd name="csX2" fmla="*/ 72647 w 120052"/>
              <a:gd name="csY2" fmla="*/ 58715 h 327288"/>
              <a:gd name="csX3" fmla="*/ 27956 w 120052"/>
              <a:gd name="csY3" fmla="*/ 3731 h 327288"/>
              <a:gd name="csX4" fmla="*/ 11209 w 120052"/>
              <a:gd name="csY4" fmla="*/ 190597 h 327288"/>
              <a:gd name="csX5" fmla="*/ 6747 w 120052"/>
              <a:gd name="csY5" fmla="*/ 281862 h 327288"/>
              <a:gd name="csX6" fmla="*/ 3662 w 120052"/>
              <a:gd name="csY6" fmla="*/ 322793 h 327288"/>
              <a:gd name="csX7" fmla="*/ 77617 w 120052"/>
              <a:gd name="csY7" fmla="*/ 324341 h 327288"/>
              <a:gd name="csX8" fmla="*/ 120052 w 120052"/>
              <a:gd name="csY8" fmla="*/ 324341 h 327288"/>
              <a:gd name="csX9" fmla="*/ 92893 w 120052"/>
              <a:gd name="csY9" fmla="*/ 150066 h 327288"/>
              <a:gd name="csX0" fmla="*/ 92893 w 104184"/>
              <a:gd name="csY0" fmla="*/ 150066 h 327288"/>
              <a:gd name="csX1" fmla="*/ 94048 w 104184"/>
              <a:gd name="csY1" fmla="*/ 104468 h 327288"/>
              <a:gd name="csX2" fmla="*/ 72647 w 104184"/>
              <a:gd name="csY2" fmla="*/ 58715 h 327288"/>
              <a:gd name="csX3" fmla="*/ 27956 w 104184"/>
              <a:gd name="csY3" fmla="*/ 3731 h 327288"/>
              <a:gd name="csX4" fmla="*/ 11209 w 104184"/>
              <a:gd name="csY4" fmla="*/ 190597 h 327288"/>
              <a:gd name="csX5" fmla="*/ 6747 w 104184"/>
              <a:gd name="csY5" fmla="*/ 281862 h 327288"/>
              <a:gd name="csX6" fmla="*/ 3662 w 104184"/>
              <a:gd name="csY6" fmla="*/ 322793 h 327288"/>
              <a:gd name="csX7" fmla="*/ 77617 w 104184"/>
              <a:gd name="csY7" fmla="*/ 324341 h 327288"/>
              <a:gd name="csX8" fmla="*/ 104184 w 104184"/>
              <a:gd name="csY8" fmla="*/ 324341 h 327288"/>
              <a:gd name="csX9" fmla="*/ 92893 w 104184"/>
              <a:gd name="csY9" fmla="*/ 150066 h 327288"/>
              <a:gd name="csX0" fmla="*/ 92893 w 104184"/>
              <a:gd name="csY0" fmla="*/ 198834 h 376056"/>
              <a:gd name="csX1" fmla="*/ 94048 w 104184"/>
              <a:gd name="csY1" fmla="*/ 153236 h 376056"/>
              <a:gd name="csX2" fmla="*/ 72647 w 104184"/>
              <a:gd name="csY2" fmla="*/ 107483 h 376056"/>
              <a:gd name="csX3" fmla="*/ 58346 w 104184"/>
              <a:gd name="csY3" fmla="*/ 1597 h 376056"/>
              <a:gd name="csX4" fmla="*/ 27956 w 104184"/>
              <a:gd name="csY4" fmla="*/ 52499 h 376056"/>
              <a:gd name="csX5" fmla="*/ 11209 w 104184"/>
              <a:gd name="csY5" fmla="*/ 239365 h 376056"/>
              <a:gd name="csX6" fmla="*/ 6747 w 104184"/>
              <a:gd name="csY6" fmla="*/ 330630 h 376056"/>
              <a:gd name="csX7" fmla="*/ 3662 w 104184"/>
              <a:gd name="csY7" fmla="*/ 371561 h 376056"/>
              <a:gd name="csX8" fmla="*/ 77617 w 104184"/>
              <a:gd name="csY8" fmla="*/ 373109 h 376056"/>
              <a:gd name="csX9" fmla="*/ 104184 w 104184"/>
              <a:gd name="csY9" fmla="*/ 373109 h 376056"/>
              <a:gd name="csX10" fmla="*/ 92893 w 104184"/>
              <a:gd name="csY10" fmla="*/ 198834 h 376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4184" h="376056">
                <a:moveTo>
                  <a:pt x="92893" y="198834"/>
                </a:moveTo>
                <a:cubicBezTo>
                  <a:pt x="86576" y="162189"/>
                  <a:pt x="97422" y="168461"/>
                  <a:pt x="94048" y="153236"/>
                </a:cubicBezTo>
                <a:cubicBezTo>
                  <a:pt x="90674" y="138011"/>
                  <a:pt x="79258" y="121172"/>
                  <a:pt x="72647" y="107483"/>
                </a:cubicBezTo>
                <a:cubicBezTo>
                  <a:pt x="66036" y="93794"/>
                  <a:pt x="65795" y="10761"/>
                  <a:pt x="58346" y="1597"/>
                </a:cubicBezTo>
                <a:cubicBezTo>
                  <a:pt x="50898" y="-7567"/>
                  <a:pt x="35151" y="24454"/>
                  <a:pt x="27956" y="52499"/>
                </a:cubicBezTo>
                <a:cubicBezTo>
                  <a:pt x="10293" y="163027"/>
                  <a:pt x="-638" y="127544"/>
                  <a:pt x="11209" y="239365"/>
                </a:cubicBezTo>
                <a:cubicBezTo>
                  <a:pt x="6686" y="303129"/>
                  <a:pt x="3144" y="317690"/>
                  <a:pt x="6747" y="330630"/>
                </a:cubicBezTo>
                <a:cubicBezTo>
                  <a:pt x="8388" y="351576"/>
                  <a:pt x="-6700" y="363032"/>
                  <a:pt x="3662" y="371561"/>
                </a:cubicBezTo>
                <a:cubicBezTo>
                  <a:pt x="7539" y="385458"/>
                  <a:pt x="66552" y="361620"/>
                  <a:pt x="77617" y="373109"/>
                </a:cubicBezTo>
                <a:lnTo>
                  <a:pt x="104184" y="373109"/>
                </a:lnTo>
                <a:cubicBezTo>
                  <a:pt x="83289" y="322261"/>
                  <a:pt x="101078" y="253129"/>
                  <a:pt x="92893" y="198834"/>
                </a:cubicBezTo>
                <a:close/>
              </a:path>
            </a:pathLst>
          </a:custGeom>
          <a:gradFill flip="none" rotWithShape="1">
            <a:gsLst>
              <a:gs pos="0">
                <a:srgbClr val="680000"/>
              </a:gs>
              <a:gs pos="10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7" name="Freeform 25">
            <a:extLst>
              <a:ext uri="{FF2B5EF4-FFF2-40B4-BE49-F238E27FC236}">
                <a16:creationId xmlns:a16="http://schemas.microsoft.com/office/drawing/2014/main" id="{342A7A23-19EA-303E-027B-A77A925DC372}"/>
              </a:ext>
            </a:extLst>
          </p:cNvPr>
          <p:cNvSpPr/>
          <p:nvPr/>
        </p:nvSpPr>
        <p:spPr>
          <a:xfrm rot="19671096">
            <a:off x="171655" y="-157120"/>
            <a:ext cx="519385" cy="79484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8" name="Arc 17">
            <a:extLst>
              <a:ext uri="{FF2B5EF4-FFF2-40B4-BE49-F238E27FC236}">
                <a16:creationId xmlns:a16="http://schemas.microsoft.com/office/drawing/2014/main" id="{DE2E4F56-B3CF-A735-C15E-35DBF0EECAD9}"/>
              </a:ext>
            </a:extLst>
          </p:cNvPr>
          <p:cNvSpPr/>
          <p:nvPr/>
        </p:nvSpPr>
        <p:spPr>
          <a:xfrm rot="20828105">
            <a:off x="277028" y="164696"/>
            <a:ext cx="663813" cy="2177506"/>
          </a:xfrm>
          <a:prstGeom prst="arc">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19" name="Freeform: Shape 18">
            <a:extLst>
              <a:ext uri="{FF2B5EF4-FFF2-40B4-BE49-F238E27FC236}">
                <a16:creationId xmlns:a16="http://schemas.microsoft.com/office/drawing/2014/main" id="{54F76090-AC5D-BA74-627B-C4C05397E2D7}"/>
              </a:ext>
            </a:extLst>
          </p:cNvPr>
          <p:cNvSpPr/>
          <p:nvPr/>
        </p:nvSpPr>
        <p:spPr>
          <a:xfrm>
            <a:off x="893852" y="328774"/>
            <a:ext cx="1263721" cy="1387011"/>
          </a:xfrm>
          <a:custGeom>
            <a:avLst/>
            <a:gdLst>
              <a:gd name="csX0" fmla="*/ 0 w 1263721"/>
              <a:gd name="csY0" fmla="*/ 1387011 h 1387011"/>
              <a:gd name="csX1" fmla="*/ 297950 w 1263721"/>
              <a:gd name="csY1" fmla="*/ 852755 h 1387011"/>
              <a:gd name="csX2" fmla="*/ 421240 w 1263721"/>
              <a:gd name="csY2" fmla="*/ 462337 h 1387011"/>
              <a:gd name="csX3" fmla="*/ 914400 w 1263721"/>
              <a:gd name="csY3" fmla="*/ 287676 h 1387011"/>
              <a:gd name="csX4" fmla="*/ 1068512 w 1263721"/>
              <a:gd name="csY4" fmla="*/ 102741 h 1387011"/>
              <a:gd name="csX5" fmla="*/ 1263721 w 1263721"/>
              <a:gd name="csY5" fmla="*/ 0 h 1387011"/>
              <a:gd name="csX6" fmla="*/ 1263721 w 1263721"/>
              <a:gd name="csY6" fmla="*/ 0 h 13870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63721" h="1387011">
                <a:moveTo>
                  <a:pt x="0" y="1387011"/>
                </a:moveTo>
                <a:cubicBezTo>
                  <a:pt x="113871" y="1196939"/>
                  <a:pt x="227743" y="1006867"/>
                  <a:pt x="297950" y="852755"/>
                </a:cubicBezTo>
                <a:cubicBezTo>
                  <a:pt x="368157" y="698643"/>
                  <a:pt x="318498" y="556517"/>
                  <a:pt x="421240" y="462337"/>
                </a:cubicBezTo>
                <a:cubicBezTo>
                  <a:pt x="523982" y="368157"/>
                  <a:pt x="806521" y="347609"/>
                  <a:pt x="914400" y="287676"/>
                </a:cubicBezTo>
                <a:cubicBezTo>
                  <a:pt x="1022279" y="227743"/>
                  <a:pt x="1010292" y="150687"/>
                  <a:pt x="1068512" y="102741"/>
                </a:cubicBezTo>
                <a:cubicBezTo>
                  <a:pt x="1126732" y="54795"/>
                  <a:pt x="1263721" y="0"/>
                  <a:pt x="1263721" y="0"/>
                </a:cubicBezTo>
                <a:lnTo>
                  <a:pt x="1263721" y="0"/>
                </a:lnTo>
              </a:path>
            </a:pathLst>
          </a:cu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20" name="Freeform: Shape 19">
            <a:extLst>
              <a:ext uri="{FF2B5EF4-FFF2-40B4-BE49-F238E27FC236}">
                <a16:creationId xmlns:a16="http://schemas.microsoft.com/office/drawing/2014/main" id="{F6C39F74-F2B2-F3F8-99B1-BBFB3252C436}"/>
              </a:ext>
            </a:extLst>
          </p:cNvPr>
          <p:cNvSpPr/>
          <p:nvPr/>
        </p:nvSpPr>
        <p:spPr>
          <a:xfrm>
            <a:off x="1190624" y="82194"/>
            <a:ext cx="494338" cy="1047964"/>
          </a:xfrm>
          <a:custGeom>
            <a:avLst/>
            <a:gdLst>
              <a:gd name="csX0" fmla="*/ 1178 w 494338"/>
              <a:gd name="csY0" fmla="*/ 1047964 h 1047964"/>
              <a:gd name="csX1" fmla="*/ 42275 w 494338"/>
              <a:gd name="csY1" fmla="*/ 626724 h 1047964"/>
              <a:gd name="csX2" fmla="*/ 278580 w 494338"/>
              <a:gd name="csY2" fmla="*/ 195209 h 1047964"/>
              <a:gd name="csX3" fmla="*/ 494338 w 494338"/>
              <a:gd name="csY3" fmla="*/ 0 h 1047964"/>
              <a:gd name="csX4" fmla="*/ 494338 w 494338"/>
              <a:gd name="csY4" fmla="*/ 0 h 1047964"/>
            </a:gdLst>
            <a:ahLst/>
            <a:cxnLst>
              <a:cxn ang="0">
                <a:pos x="csX0" y="csY0"/>
              </a:cxn>
              <a:cxn ang="0">
                <a:pos x="csX1" y="csY1"/>
              </a:cxn>
              <a:cxn ang="0">
                <a:pos x="csX2" y="csY2"/>
              </a:cxn>
              <a:cxn ang="0">
                <a:pos x="csX3" y="csY3"/>
              </a:cxn>
              <a:cxn ang="0">
                <a:pos x="csX4" y="csY4"/>
              </a:cxn>
            </a:cxnLst>
            <a:rect l="l" t="t" r="r" b="b"/>
            <a:pathLst>
              <a:path w="494338" h="1047964">
                <a:moveTo>
                  <a:pt x="1178" y="1047964"/>
                </a:moveTo>
                <a:cubicBezTo>
                  <a:pt x="-1391" y="908407"/>
                  <a:pt x="-3959" y="768850"/>
                  <a:pt x="42275" y="626724"/>
                </a:cubicBezTo>
                <a:cubicBezTo>
                  <a:pt x="88509" y="484598"/>
                  <a:pt x="203236" y="299663"/>
                  <a:pt x="278580" y="195209"/>
                </a:cubicBezTo>
                <a:cubicBezTo>
                  <a:pt x="353924" y="90755"/>
                  <a:pt x="494338" y="0"/>
                  <a:pt x="494338" y="0"/>
                </a:cubicBezTo>
                <a:lnTo>
                  <a:pt x="494338" y="0"/>
                </a:lnTo>
              </a:path>
            </a:pathLst>
          </a:cu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
        <p:nvSpPr>
          <p:cNvPr id="21" name="Freeform: Shape 20">
            <a:extLst>
              <a:ext uri="{FF2B5EF4-FFF2-40B4-BE49-F238E27FC236}">
                <a16:creationId xmlns:a16="http://schemas.microsoft.com/office/drawing/2014/main" id="{80B9143B-50AE-2806-6BC4-C654C3B3F0E9}"/>
              </a:ext>
            </a:extLst>
          </p:cNvPr>
          <p:cNvSpPr/>
          <p:nvPr/>
        </p:nvSpPr>
        <p:spPr>
          <a:xfrm>
            <a:off x="0" y="6571489"/>
            <a:ext cx="1981126" cy="65646"/>
          </a:xfrm>
          <a:custGeom>
            <a:avLst/>
            <a:gdLst>
              <a:gd name="csX0" fmla="*/ 0 w 2065106"/>
              <a:gd name="csY0" fmla="*/ 71919 h 143838"/>
              <a:gd name="csX1" fmla="*/ 328773 w 2065106"/>
              <a:gd name="csY1" fmla="*/ 113016 h 143838"/>
              <a:gd name="csX2" fmla="*/ 523982 w 2065106"/>
              <a:gd name="csY2" fmla="*/ 143838 h 143838"/>
              <a:gd name="csX3" fmla="*/ 811658 w 2065106"/>
              <a:gd name="csY3" fmla="*/ 133564 h 143838"/>
              <a:gd name="csX4" fmla="*/ 955497 w 2065106"/>
              <a:gd name="csY4" fmla="*/ 102742 h 143838"/>
              <a:gd name="csX5" fmla="*/ 1089061 w 2065106"/>
              <a:gd name="csY5" fmla="*/ 82193 h 143838"/>
              <a:gd name="csX6" fmla="*/ 1171254 w 2065106"/>
              <a:gd name="csY6" fmla="*/ 51371 h 143838"/>
              <a:gd name="csX7" fmla="*/ 1315092 w 2065106"/>
              <a:gd name="csY7" fmla="*/ 10274 h 143838"/>
              <a:gd name="csX8" fmla="*/ 1345915 w 2065106"/>
              <a:gd name="csY8" fmla="*/ 0 h 143838"/>
              <a:gd name="csX9" fmla="*/ 1469204 w 2065106"/>
              <a:gd name="csY9" fmla="*/ 10274 h 143838"/>
              <a:gd name="csX10" fmla="*/ 1541124 w 2065106"/>
              <a:gd name="csY10" fmla="*/ 41097 h 143838"/>
              <a:gd name="csX11" fmla="*/ 1654139 w 2065106"/>
              <a:gd name="csY11" fmla="*/ 61645 h 143838"/>
              <a:gd name="csX12" fmla="*/ 1736333 w 2065106"/>
              <a:gd name="csY12" fmla="*/ 71919 h 143838"/>
              <a:gd name="csX13" fmla="*/ 2065106 w 2065106"/>
              <a:gd name="csY13" fmla="*/ 71919 h 143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5106" h="143838">
                <a:moveTo>
                  <a:pt x="0" y="71919"/>
                </a:moveTo>
                <a:lnTo>
                  <a:pt x="328773" y="113016"/>
                </a:lnTo>
                <a:cubicBezTo>
                  <a:pt x="394037" y="121974"/>
                  <a:pt x="458166" y="141037"/>
                  <a:pt x="523982" y="143838"/>
                </a:cubicBezTo>
                <a:lnTo>
                  <a:pt x="811658" y="133564"/>
                </a:lnTo>
                <a:cubicBezTo>
                  <a:pt x="859604" y="123290"/>
                  <a:pt x="907282" y="111671"/>
                  <a:pt x="955497" y="102742"/>
                </a:cubicBezTo>
                <a:cubicBezTo>
                  <a:pt x="999789" y="94540"/>
                  <a:pt x="1045241" y="92626"/>
                  <a:pt x="1089061" y="82193"/>
                </a:cubicBezTo>
                <a:cubicBezTo>
                  <a:pt x="1117526" y="75416"/>
                  <a:pt x="1143371" y="60243"/>
                  <a:pt x="1171254" y="51371"/>
                </a:cubicBezTo>
                <a:cubicBezTo>
                  <a:pt x="1218771" y="36252"/>
                  <a:pt x="1267786" y="26042"/>
                  <a:pt x="1315092" y="10274"/>
                </a:cubicBezTo>
                <a:lnTo>
                  <a:pt x="1345915" y="0"/>
                </a:lnTo>
                <a:cubicBezTo>
                  <a:pt x="1387011" y="3425"/>
                  <a:pt x="1428327" y="4824"/>
                  <a:pt x="1469204" y="10274"/>
                </a:cubicBezTo>
                <a:cubicBezTo>
                  <a:pt x="1499132" y="14264"/>
                  <a:pt x="1512154" y="31440"/>
                  <a:pt x="1541124" y="41097"/>
                </a:cubicBezTo>
                <a:cubicBezTo>
                  <a:pt x="1554399" y="45522"/>
                  <a:pt x="1645083" y="60351"/>
                  <a:pt x="1654139" y="61645"/>
                </a:cubicBezTo>
                <a:cubicBezTo>
                  <a:pt x="1681473" y="65550"/>
                  <a:pt x="1708730" y="71229"/>
                  <a:pt x="1736333" y="71919"/>
                </a:cubicBezTo>
                <a:cubicBezTo>
                  <a:pt x="1845890" y="74658"/>
                  <a:pt x="1955515" y="71919"/>
                  <a:pt x="2065106" y="71919"/>
                </a:cubicBezTo>
              </a:path>
            </a:pathLst>
          </a:cu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5" name="Content Placeholder 1">
            <a:extLst>
              <a:ext uri="{FF2B5EF4-FFF2-40B4-BE49-F238E27FC236}">
                <a16:creationId xmlns:a16="http://schemas.microsoft.com/office/drawing/2014/main" id="{417FE2B7-1CB8-44A2-B279-0D4F2172BEF6}"/>
              </a:ext>
            </a:extLst>
          </p:cNvPr>
          <p:cNvGraphicFramePr>
            <a:graphicFrameLocks noGrp="1"/>
          </p:cNvGraphicFramePr>
          <p:nvPr>
            <p:ph idx="1"/>
            <p:extLst>
              <p:ext uri="{D42A27DB-BD31-4B8C-83A1-F6EECF244321}">
                <p14:modId xmlns:p14="http://schemas.microsoft.com/office/powerpoint/2010/main" val="1512142848"/>
              </p:ext>
            </p:extLst>
          </p:nvPr>
        </p:nvGraphicFramePr>
        <p:xfrm>
          <a:off x="1697787" y="1391638"/>
          <a:ext cx="10734676" cy="5219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 name="Arrow: Pentagon 21">
            <a:extLst>
              <a:ext uri="{FF2B5EF4-FFF2-40B4-BE49-F238E27FC236}">
                <a16:creationId xmlns:a16="http://schemas.microsoft.com/office/drawing/2014/main" id="{CC5E782D-8CDE-0BD3-1451-4247A90071FE}"/>
              </a:ext>
            </a:extLst>
          </p:cNvPr>
          <p:cNvSpPr/>
          <p:nvPr/>
        </p:nvSpPr>
        <p:spPr>
          <a:xfrm>
            <a:off x="2751391" y="35688"/>
            <a:ext cx="3891854" cy="606735"/>
          </a:xfrm>
          <a:prstGeom prst="homePlate">
            <a:avLst/>
          </a:prstGeom>
          <a:solidFill>
            <a:srgbClr val="004F8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dirty="0">
                <a:latin typeface="Times New Roman" panose="02020603050405020304" pitchFamily="18" charset="0"/>
                <a:ea typeface="Times New Roman" panose="02020603050405020304" pitchFamily="18" charset="0"/>
              </a:rPr>
              <a:t>Take home message </a:t>
            </a:r>
            <a:endParaRPr lang="en-US" sz="3200" dirty="0"/>
          </a:p>
        </p:txBody>
      </p:sp>
      <p:pic>
        <p:nvPicPr>
          <p:cNvPr id="7" name="Picture 6">
            <a:extLst>
              <a:ext uri="{FF2B5EF4-FFF2-40B4-BE49-F238E27FC236}">
                <a16:creationId xmlns:a16="http://schemas.microsoft.com/office/drawing/2014/main" id="{E9722722-A480-6EA1-4E59-07B98959495A}"/>
              </a:ext>
            </a:extLst>
          </p:cNvPr>
          <p:cNvPicPr>
            <a:picLocks noChangeAspect="1"/>
          </p:cNvPicPr>
          <p:nvPr/>
        </p:nvPicPr>
        <p:blipFill>
          <a:blip r:embed="rId2"/>
          <a:stretch>
            <a:fillRect/>
          </a:stretch>
        </p:blipFill>
        <p:spPr>
          <a:xfrm rot="1288603">
            <a:off x="45145" y="-314880"/>
            <a:ext cx="2328510" cy="2206854"/>
          </a:xfrm>
          <a:prstGeom prst="rect">
            <a:avLst/>
          </a:prstGeom>
        </p:spPr>
      </p:pic>
      <p:sp>
        <p:nvSpPr>
          <p:cNvPr id="9" name="Freeform 26">
            <a:extLst>
              <a:ext uri="{FF2B5EF4-FFF2-40B4-BE49-F238E27FC236}">
                <a16:creationId xmlns:a16="http://schemas.microsoft.com/office/drawing/2014/main" id="{C3517D35-B88D-9BBE-D0ED-32F5A3BC9BD8}"/>
              </a:ext>
            </a:extLst>
          </p:cNvPr>
          <p:cNvSpPr/>
          <p:nvPr/>
        </p:nvSpPr>
        <p:spPr>
          <a:xfrm>
            <a:off x="1069372" y="2830287"/>
            <a:ext cx="811409" cy="415251"/>
          </a:xfrm>
          <a:custGeom>
            <a:avLst/>
            <a:gdLst>
              <a:gd name="connsiteX0" fmla="*/ 160190 w 217980"/>
              <a:gd name="connsiteY0" fmla="*/ 14651 h 158628"/>
              <a:gd name="connsiteX1" fmla="*/ 214904 w 217980"/>
              <a:gd name="connsiteY1" fmla="*/ 41798 h 158628"/>
              <a:gd name="connsiteX2" fmla="*/ 213181 w 217980"/>
              <a:gd name="connsiteY2" fmla="*/ 53864 h 158628"/>
              <a:gd name="connsiteX3" fmla="*/ 85659 w 217980"/>
              <a:gd name="connsiteY3" fmla="*/ 157714 h 158628"/>
              <a:gd name="connsiteX4" fmla="*/ 788 w 217980"/>
              <a:gd name="connsiteY4" fmla="*/ 61836 h 158628"/>
              <a:gd name="connsiteX5" fmla="*/ 89536 w 217980"/>
              <a:gd name="connsiteY5" fmla="*/ 0 h 158628"/>
              <a:gd name="connsiteX6" fmla="*/ 97076 w 217980"/>
              <a:gd name="connsiteY6" fmla="*/ 0 h 158628"/>
              <a:gd name="connsiteX7" fmla="*/ 159975 w 217980"/>
              <a:gd name="connsiteY7" fmla="*/ 14651 h 15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0" h="158628">
                <a:moveTo>
                  <a:pt x="160190" y="14651"/>
                </a:moveTo>
                <a:cubicBezTo>
                  <a:pt x="175484" y="21761"/>
                  <a:pt x="192932" y="27794"/>
                  <a:pt x="214904" y="41798"/>
                </a:cubicBezTo>
                <a:cubicBezTo>
                  <a:pt x="219643" y="44815"/>
                  <a:pt x="218781" y="52140"/>
                  <a:pt x="213181" y="53864"/>
                </a:cubicBezTo>
                <a:cubicBezTo>
                  <a:pt x="141665" y="75625"/>
                  <a:pt x="150712" y="147372"/>
                  <a:pt x="85659" y="157714"/>
                </a:cubicBezTo>
                <a:cubicBezTo>
                  <a:pt x="30514" y="166332"/>
                  <a:pt x="-5890" y="112468"/>
                  <a:pt x="788" y="61836"/>
                </a:cubicBezTo>
                <a:cubicBezTo>
                  <a:pt x="6819" y="16590"/>
                  <a:pt x="49039" y="0"/>
                  <a:pt x="89536" y="0"/>
                </a:cubicBezTo>
                <a:cubicBezTo>
                  <a:pt x="92121" y="0"/>
                  <a:pt x="94491" y="0"/>
                  <a:pt x="97076" y="0"/>
                </a:cubicBezTo>
                <a:cubicBezTo>
                  <a:pt x="118401" y="1077"/>
                  <a:pt x="140588" y="5602"/>
                  <a:pt x="159975" y="1465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1" name="Freeform 26">
            <a:extLst>
              <a:ext uri="{FF2B5EF4-FFF2-40B4-BE49-F238E27FC236}">
                <a16:creationId xmlns:a16="http://schemas.microsoft.com/office/drawing/2014/main" id="{FF1D5F3E-244B-D87E-6E71-E04A17ED0D5A}"/>
              </a:ext>
            </a:extLst>
          </p:cNvPr>
          <p:cNvSpPr/>
          <p:nvPr/>
        </p:nvSpPr>
        <p:spPr>
          <a:xfrm rot="21337779">
            <a:off x="1084015" y="1732567"/>
            <a:ext cx="811409" cy="415251"/>
          </a:xfrm>
          <a:custGeom>
            <a:avLst/>
            <a:gdLst>
              <a:gd name="connsiteX0" fmla="*/ 160190 w 217980"/>
              <a:gd name="connsiteY0" fmla="*/ 14651 h 158628"/>
              <a:gd name="connsiteX1" fmla="*/ 214904 w 217980"/>
              <a:gd name="connsiteY1" fmla="*/ 41798 h 158628"/>
              <a:gd name="connsiteX2" fmla="*/ 213181 w 217980"/>
              <a:gd name="connsiteY2" fmla="*/ 53864 h 158628"/>
              <a:gd name="connsiteX3" fmla="*/ 85659 w 217980"/>
              <a:gd name="connsiteY3" fmla="*/ 157714 h 158628"/>
              <a:gd name="connsiteX4" fmla="*/ 788 w 217980"/>
              <a:gd name="connsiteY4" fmla="*/ 61836 h 158628"/>
              <a:gd name="connsiteX5" fmla="*/ 89536 w 217980"/>
              <a:gd name="connsiteY5" fmla="*/ 0 h 158628"/>
              <a:gd name="connsiteX6" fmla="*/ 97076 w 217980"/>
              <a:gd name="connsiteY6" fmla="*/ 0 h 158628"/>
              <a:gd name="connsiteX7" fmla="*/ 159975 w 217980"/>
              <a:gd name="connsiteY7" fmla="*/ 14651 h 15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0" h="158628">
                <a:moveTo>
                  <a:pt x="160190" y="14651"/>
                </a:moveTo>
                <a:cubicBezTo>
                  <a:pt x="175484" y="21761"/>
                  <a:pt x="192932" y="27794"/>
                  <a:pt x="214904" y="41798"/>
                </a:cubicBezTo>
                <a:cubicBezTo>
                  <a:pt x="219643" y="44815"/>
                  <a:pt x="218781" y="52140"/>
                  <a:pt x="213181" y="53864"/>
                </a:cubicBezTo>
                <a:cubicBezTo>
                  <a:pt x="141665" y="75625"/>
                  <a:pt x="150712" y="147372"/>
                  <a:pt x="85659" y="157714"/>
                </a:cubicBezTo>
                <a:cubicBezTo>
                  <a:pt x="30514" y="166332"/>
                  <a:pt x="-5890" y="112468"/>
                  <a:pt x="788" y="61836"/>
                </a:cubicBezTo>
                <a:cubicBezTo>
                  <a:pt x="6819" y="16590"/>
                  <a:pt x="49039" y="0"/>
                  <a:pt x="89536" y="0"/>
                </a:cubicBezTo>
                <a:cubicBezTo>
                  <a:pt x="92121" y="0"/>
                  <a:pt x="94491" y="0"/>
                  <a:pt x="97076" y="0"/>
                </a:cubicBezTo>
                <a:cubicBezTo>
                  <a:pt x="118401" y="1077"/>
                  <a:pt x="140588" y="5602"/>
                  <a:pt x="159975" y="1465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Tree>
    <p:extLst>
      <p:ext uri="{BB962C8B-B14F-4D97-AF65-F5344CB8AC3E}">
        <p14:creationId xmlns:p14="http://schemas.microsoft.com/office/powerpoint/2010/main" val="788782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84658-5B64-413D-959B-4DAD2C0DFDFD}"/>
              </a:ext>
            </a:extLst>
          </p:cNvPr>
          <p:cNvSpPr>
            <a:spLocks noGrp="1"/>
          </p:cNvSpPr>
          <p:nvPr>
            <p:ph type="title"/>
          </p:nvPr>
        </p:nvSpPr>
        <p:spPr>
          <a:xfrm>
            <a:off x="1512140" y="633553"/>
            <a:ext cx="8911687" cy="1280890"/>
          </a:xfrm>
        </p:spPr>
        <p:txBody>
          <a:bodyPr/>
          <a:lstStyle/>
          <a:p>
            <a:r>
              <a:rPr lang="en-US" dirty="0"/>
              <a:t>Thank you </a:t>
            </a:r>
            <a:r>
              <a:rPr lang="en-US" dirty="0">
                <a:sym typeface="Wingdings" panose="05000000000000000000" pitchFamily="2" charset="2"/>
              </a:rPr>
              <a:t> </a:t>
            </a:r>
            <a:endParaRPr lang="en-US" dirty="0"/>
          </a:p>
        </p:txBody>
      </p:sp>
      <p:pic>
        <p:nvPicPr>
          <p:cNvPr id="4" name="Picture 3" descr="A group of people in the woods&#10;&#10;AI-generated content may be incorrect.">
            <a:extLst>
              <a:ext uri="{FF2B5EF4-FFF2-40B4-BE49-F238E27FC236}">
                <a16:creationId xmlns:a16="http://schemas.microsoft.com/office/drawing/2014/main" id="{E3EB619D-F280-52A0-A269-69BF4F07B2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7" y="3489183"/>
            <a:ext cx="4491757" cy="3368818"/>
          </a:xfrm>
          <a:prstGeom prst="rect">
            <a:avLst/>
          </a:prstGeom>
        </p:spPr>
      </p:pic>
      <p:pic>
        <p:nvPicPr>
          <p:cNvPr id="3" name="Picture 2"/>
          <p:cNvPicPr>
            <a:picLocks noChangeAspect="1"/>
          </p:cNvPicPr>
          <p:nvPr/>
        </p:nvPicPr>
        <p:blipFill>
          <a:blip r:embed="rId3"/>
          <a:stretch>
            <a:fillRect/>
          </a:stretch>
        </p:blipFill>
        <p:spPr>
          <a:xfrm>
            <a:off x="1409649" y="1389383"/>
            <a:ext cx="2420862" cy="2352185"/>
          </a:xfrm>
          <a:prstGeom prst="rect">
            <a:avLst/>
          </a:prstGeom>
        </p:spPr>
      </p:pic>
      <p:pic>
        <p:nvPicPr>
          <p:cNvPr id="5" name="Content Placeholder 4" descr="A tree trunk in the woods&#10;&#10;AI-generated content may be incorrect.">
            <a:extLst>
              <a:ext uri="{FF2B5EF4-FFF2-40B4-BE49-F238E27FC236}">
                <a16:creationId xmlns:a16="http://schemas.microsoft.com/office/drawing/2014/main" id="{B58AD57D-C0B5-D52F-0D33-E8F1FBC8EC29}"/>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rot="5400000">
            <a:off x="4192285" y="505689"/>
            <a:ext cx="3830016" cy="2872511"/>
          </a:xfrm>
        </p:spPr>
      </p:pic>
      <p:pic>
        <p:nvPicPr>
          <p:cNvPr id="13" name="Content Placeholder 4" descr="A group of people standing on a metal structure&#10;&#10;AI-generated content may be incorrect.">
            <a:extLst>
              <a:ext uri="{FF2B5EF4-FFF2-40B4-BE49-F238E27FC236}">
                <a16:creationId xmlns:a16="http://schemas.microsoft.com/office/drawing/2014/main" id="{E28AB454-86B5-FEB0-7691-0D10686A00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73184" y="3429001"/>
            <a:ext cx="4572000" cy="3429000"/>
          </a:xfrm>
          <a:prstGeom prst="rect">
            <a:avLst/>
          </a:prstGeom>
        </p:spPr>
      </p:pic>
      <p:pic>
        <p:nvPicPr>
          <p:cNvPr id="14" name="Content Placeholder 4" descr="A view of a tropical island&#10;&#10;AI-generated content may be incorrect.">
            <a:extLst>
              <a:ext uri="{FF2B5EF4-FFF2-40B4-BE49-F238E27FC236}">
                <a16:creationId xmlns:a16="http://schemas.microsoft.com/office/drawing/2014/main" id="{4356611B-70D6-71BD-3217-436D020844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50292" y="175491"/>
            <a:ext cx="3787430" cy="2840572"/>
          </a:xfrm>
          <a:prstGeom prst="rect">
            <a:avLst/>
          </a:prstGeom>
        </p:spPr>
      </p:pic>
      <p:pic>
        <p:nvPicPr>
          <p:cNvPr id="15" name="Picture 14" descr="A plate of pastries on a table&#10;&#10;AI-generated content may be incorrect.">
            <a:extLst>
              <a:ext uri="{FF2B5EF4-FFF2-40B4-BE49-F238E27FC236}">
                <a16:creationId xmlns:a16="http://schemas.microsoft.com/office/drawing/2014/main" id="{63B23B3F-3495-4E4A-DABC-E14481FADCD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5400000">
            <a:off x="4917446" y="4408352"/>
            <a:ext cx="2446638" cy="1834979"/>
          </a:xfrm>
          <a:prstGeom prst="rect">
            <a:avLst/>
          </a:prstGeom>
        </p:spPr>
      </p:pic>
      <p:sp>
        <p:nvSpPr>
          <p:cNvPr id="16" name="Speech Bubble: Rectangle with Corners Rounded 15">
            <a:extLst>
              <a:ext uri="{FF2B5EF4-FFF2-40B4-BE49-F238E27FC236}">
                <a16:creationId xmlns:a16="http://schemas.microsoft.com/office/drawing/2014/main" id="{DF7382AB-5903-1E6F-01FE-FE92200DA62A}"/>
              </a:ext>
            </a:extLst>
          </p:cNvPr>
          <p:cNvSpPr/>
          <p:nvPr/>
        </p:nvSpPr>
        <p:spPr>
          <a:xfrm>
            <a:off x="731519" y="3856953"/>
            <a:ext cx="1052893" cy="369332"/>
          </a:xfrm>
          <a:prstGeom prst="wedgeRoundRectCallout">
            <a:avLst>
              <a:gd name="adj1" fmla="val 43393"/>
              <a:gd name="adj2" fmla="val 109541"/>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ea typeface="Aptos" panose="020B0004020202020204" pitchFamily="34" charset="0"/>
              </a:rPr>
              <a:t>Laetitia</a:t>
            </a:r>
            <a:endParaRPr lang="en-US" dirty="0"/>
          </a:p>
        </p:txBody>
      </p:sp>
      <p:sp>
        <p:nvSpPr>
          <p:cNvPr id="18" name="Speech Bubble: Rectangle with Corners Rounded 17">
            <a:extLst>
              <a:ext uri="{FF2B5EF4-FFF2-40B4-BE49-F238E27FC236}">
                <a16:creationId xmlns:a16="http://schemas.microsoft.com/office/drawing/2014/main" id="{6C92CAF5-78EB-A4DE-0A92-E3EF8B0E0F30}"/>
              </a:ext>
            </a:extLst>
          </p:cNvPr>
          <p:cNvSpPr/>
          <p:nvPr/>
        </p:nvSpPr>
        <p:spPr>
          <a:xfrm>
            <a:off x="3009851" y="3829577"/>
            <a:ext cx="1052893" cy="369332"/>
          </a:xfrm>
          <a:prstGeom prst="wedgeRoundRectCallout">
            <a:avLst>
              <a:gd name="adj1" fmla="val -72965"/>
              <a:gd name="adj2" fmla="val 68678"/>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ea typeface="Aptos" panose="020B0004020202020204" pitchFamily="34" charset="0"/>
              </a:rPr>
              <a:t>Kabi</a:t>
            </a:r>
            <a:endParaRPr lang="en-US" dirty="0"/>
          </a:p>
        </p:txBody>
      </p:sp>
    </p:spTree>
    <p:extLst>
      <p:ext uri="{BB962C8B-B14F-4D97-AF65-F5344CB8AC3E}">
        <p14:creationId xmlns:p14="http://schemas.microsoft.com/office/powerpoint/2010/main" val="1990567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86EE5-60FC-69F6-C296-875F77DE24D1}"/>
              </a:ext>
            </a:extLst>
          </p:cNvPr>
          <p:cNvSpPr>
            <a:spLocks noGrp="1"/>
          </p:cNvSpPr>
          <p:nvPr>
            <p:ph type="title"/>
          </p:nvPr>
        </p:nvSpPr>
        <p:spPr/>
        <p:txBody>
          <a:bodyPr>
            <a:normAutofit fontScale="90000"/>
          </a:bodyPr>
          <a:lstStyle/>
          <a:p>
            <a:r>
              <a:rPr lang="en-US" sz="3100">
                <a:hlinkClick r:id="rId2"/>
              </a:rPr>
              <a:t>https://meetingorganizer.copernicus.org/EGU26/EGU26-6055.html</a:t>
            </a:r>
            <a:r>
              <a:rPr lang="en-US" sz="3100"/>
              <a:t> </a:t>
            </a:r>
            <a:br>
              <a:rPr lang="en-US"/>
            </a:br>
            <a:endParaRPr lang="en-US"/>
          </a:p>
        </p:txBody>
      </p:sp>
      <p:sp>
        <p:nvSpPr>
          <p:cNvPr id="3" name="Content Placeholder 2">
            <a:extLst>
              <a:ext uri="{FF2B5EF4-FFF2-40B4-BE49-F238E27FC236}">
                <a16:creationId xmlns:a16="http://schemas.microsoft.com/office/drawing/2014/main" id="{5B9A1B78-EAC9-0F4D-2B16-1C30A5458915}"/>
              </a:ext>
            </a:extLst>
          </p:cNvPr>
          <p:cNvSpPr>
            <a:spLocks noGrp="1"/>
          </p:cNvSpPr>
          <p:nvPr>
            <p:ph idx="1"/>
          </p:nvPr>
        </p:nvSpPr>
        <p:spPr>
          <a:xfrm>
            <a:off x="838200" y="1825625"/>
            <a:ext cx="10515600" cy="4817546"/>
          </a:xfrm>
        </p:spPr>
        <p:txBody>
          <a:bodyPr>
            <a:normAutofit fontScale="47500" lnSpcReduction="20000"/>
          </a:bodyPr>
          <a:lstStyle/>
          <a:p>
            <a:pPr marL="0" indent="0">
              <a:buNone/>
            </a:pPr>
            <a:r>
              <a:rPr lang="en-US" sz="5000" b="1" dirty="0"/>
              <a:t>Abstract: </a:t>
            </a:r>
            <a:r>
              <a:rPr lang="en-US" b="1" dirty="0"/>
              <a:t> </a:t>
            </a:r>
            <a:endParaRPr lang="en-US" dirty="0"/>
          </a:p>
          <a:p>
            <a:pPr>
              <a:buFont typeface="Courier New" panose="02070309020205020404" pitchFamily="49" charset="0"/>
              <a:buChar char="o"/>
            </a:pPr>
            <a:r>
              <a:rPr lang="en-US" sz="4000" dirty="0"/>
              <a:t>Our knowledge of how greenhouse gas (GHG) fluxes vary from the soil to the tree canopy is limited, particularly in upland tropical rainforests. In this case study, we show changes in the fluxes of the primary GHGs (carbon dioxide (CO₂), methane (CH₄), and nitrous oxide (N₂O)) along the soil - stem continuum, and their relationships with corresponding stem traits at different heights. To do this, we used static chambers to measure the GHG fluxes from three stems, both on the surrounding forest floor and at eight heights ranging from 0.5 m to 30 m, while also assessing tree traits at these heights. We selected representative emergent trees from a tropical forest in French Guiana, South America. We found no clear pattern in the GHG fluxes along the stems, with highly variable CO₂ emissions and alternating CH</a:t>
            </a:r>
            <a:r>
              <a:rPr lang="en-US" sz="4000" baseline="-25000" dirty="0"/>
              <a:t>4</a:t>
            </a:r>
            <a:r>
              <a:rPr lang="en-US" sz="4000" dirty="0"/>
              <a:t> and N</a:t>
            </a:r>
            <a:r>
              <a:rPr lang="en-US" sz="4000" baseline="-25000" dirty="0"/>
              <a:t>2</a:t>
            </a:r>
            <a:r>
              <a:rPr lang="en-US" sz="4000" dirty="0"/>
              <a:t>O emissions and uptake. </a:t>
            </a:r>
          </a:p>
          <a:p>
            <a:pPr>
              <a:buFont typeface="Courier New" panose="02070309020205020404" pitchFamily="49" charset="0"/>
              <a:buChar char="o"/>
            </a:pPr>
            <a:r>
              <a:rPr lang="en-US" sz="4000" dirty="0"/>
              <a:t>Regression analysis showed that stem traits related to the tree’s surface area, bark, and sapwood partly explain the measured fluxes along the stem height. </a:t>
            </a:r>
          </a:p>
          <a:p>
            <a:pPr>
              <a:buFont typeface="Courier New" panose="02070309020205020404" pitchFamily="49" charset="0"/>
              <a:buChar char="o"/>
            </a:pPr>
            <a:r>
              <a:rPr lang="en-US" sz="4000" dirty="0"/>
              <a:t>For CO₂ fluxes, the best explanatory variables are identified as bark surface temperature, bark water content, and sapwood density; for CH₄ fluxes, the key drivers are tree diameter, bark water content, and bark surface temperature; and for N₂O fluxes, the more influential variables are sapwood density, and sapwood water content. We concluded that the variability in GHG fluxes along the stems was not only specific to tree traits, but also to individual trees. These findings pose a challenge for scaling efforts - it will not be trivial to create bottom-up estimates of tree-impacted fluxes, and a convergence of approaches will be needed to generate a complete GHG balance for these ecosystems.</a:t>
            </a:r>
          </a:p>
        </p:txBody>
      </p:sp>
      <p:sp>
        <p:nvSpPr>
          <p:cNvPr id="4" name="Slide Number Placeholder 3">
            <a:extLst>
              <a:ext uri="{FF2B5EF4-FFF2-40B4-BE49-F238E27FC236}">
                <a16:creationId xmlns:a16="http://schemas.microsoft.com/office/drawing/2014/main" id="{FEF373E9-FEAC-E11E-5189-E1D34ADF7DD5}"/>
              </a:ext>
            </a:extLst>
          </p:cNvPr>
          <p:cNvSpPr>
            <a:spLocks noGrp="1"/>
          </p:cNvSpPr>
          <p:nvPr>
            <p:ph type="sldNum" sz="quarter" idx="12"/>
          </p:nvPr>
        </p:nvSpPr>
        <p:spPr/>
        <p:txBody>
          <a:bodyPr/>
          <a:lstStyle/>
          <a:p>
            <a:fld id="{511E72FE-814A-43D7-AA66-638DB960BCF9}" type="slidenum">
              <a:rPr lang="en-US" smtClean="0"/>
              <a:t>19</a:t>
            </a:fld>
            <a:endParaRPr lang="en-US"/>
          </a:p>
        </p:txBody>
      </p:sp>
    </p:spTree>
    <p:extLst>
      <p:ext uri="{BB962C8B-B14F-4D97-AF65-F5344CB8AC3E}">
        <p14:creationId xmlns:p14="http://schemas.microsoft.com/office/powerpoint/2010/main" val="1754062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3FA80-307F-0BAD-2036-CE72789F476E}"/>
            </a:ext>
          </a:extLst>
        </p:cNvPr>
        <p:cNvGrpSpPr/>
        <p:nvPr/>
      </p:nvGrpSpPr>
      <p:grpSpPr>
        <a:xfrm>
          <a:off x="0" y="0"/>
          <a:ext cx="0" cy="0"/>
          <a:chOff x="0" y="0"/>
          <a:chExt cx="0" cy="0"/>
        </a:xfrm>
      </p:grpSpPr>
      <p:pic>
        <p:nvPicPr>
          <p:cNvPr id="25" name="Picture 24">
            <a:extLst>
              <a:ext uri="{FF2B5EF4-FFF2-40B4-BE49-F238E27FC236}">
                <a16:creationId xmlns:a16="http://schemas.microsoft.com/office/drawing/2014/main" id="{1DD4557A-2D15-4DB4-6900-4554D98BAE1A}"/>
              </a:ext>
            </a:extLst>
          </p:cNvPr>
          <p:cNvPicPr>
            <a:picLocks noChangeAspect="1"/>
          </p:cNvPicPr>
          <p:nvPr/>
        </p:nvPicPr>
        <p:blipFill>
          <a:blip r:embed="rId2"/>
          <a:stretch>
            <a:fillRect/>
          </a:stretch>
        </p:blipFill>
        <p:spPr>
          <a:xfrm rot="1288603">
            <a:off x="45145" y="-314880"/>
            <a:ext cx="2328510" cy="2206854"/>
          </a:xfrm>
          <a:prstGeom prst="rect">
            <a:avLst/>
          </a:prstGeom>
        </p:spPr>
      </p:pic>
      <p:pic>
        <p:nvPicPr>
          <p:cNvPr id="13" name="Picture 12">
            <a:extLst>
              <a:ext uri="{FF2B5EF4-FFF2-40B4-BE49-F238E27FC236}">
                <a16:creationId xmlns:a16="http://schemas.microsoft.com/office/drawing/2014/main" id="{233781E9-6F42-EED5-52AC-62EEAC2E03B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395971" y="1145983"/>
            <a:ext cx="4745919" cy="5706255"/>
          </a:xfrm>
          <a:prstGeom prst="rect">
            <a:avLst/>
          </a:prstGeom>
        </p:spPr>
      </p:pic>
      <p:sp>
        <p:nvSpPr>
          <p:cNvPr id="6" name="Rectangle 5">
            <a:extLst>
              <a:ext uri="{FF2B5EF4-FFF2-40B4-BE49-F238E27FC236}">
                <a16:creationId xmlns:a16="http://schemas.microsoft.com/office/drawing/2014/main" id="{57CD5036-8CC7-D0ED-4C25-87CB9102D3C4}"/>
              </a:ext>
            </a:extLst>
          </p:cNvPr>
          <p:cNvSpPr/>
          <p:nvPr/>
        </p:nvSpPr>
        <p:spPr>
          <a:xfrm>
            <a:off x="-1" y="6591415"/>
            <a:ext cx="1981127" cy="487480"/>
          </a:xfrm>
          <a:prstGeom prst="rect">
            <a:avLst/>
          </a:prstGeom>
          <a:gradFill flip="none" rotWithShape="1">
            <a:gsLst>
              <a:gs pos="0">
                <a:srgbClr val="680000">
                  <a:tint val="66000"/>
                  <a:satMod val="160000"/>
                </a:srgbClr>
              </a:gs>
              <a:gs pos="50000">
                <a:srgbClr val="680000">
                  <a:tint val="44500"/>
                  <a:satMod val="160000"/>
                </a:srgbClr>
              </a:gs>
              <a:gs pos="100000">
                <a:srgbClr val="680000">
                  <a:tint val="23500"/>
                  <a:satMod val="160000"/>
                </a:srgbClr>
              </a:gs>
            </a:gsLst>
            <a:lin ang="5400000" scaled="1"/>
            <a:tileRect/>
          </a:gra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sp>
        <p:nvSpPr>
          <p:cNvPr id="30" name="Freeform 25">
            <a:extLst>
              <a:ext uri="{FF2B5EF4-FFF2-40B4-BE49-F238E27FC236}">
                <a16:creationId xmlns:a16="http://schemas.microsoft.com/office/drawing/2014/main" id="{42918DB7-4B4B-ABBE-2A32-736FB9158362}"/>
              </a:ext>
            </a:extLst>
          </p:cNvPr>
          <p:cNvSpPr/>
          <p:nvPr/>
        </p:nvSpPr>
        <p:spPr>
          <a:xfrm rot="9558032" flipH="1">
            <a:off x="1879769" y="594658"/>
            <a:ext cx="413228" cy="868880"/>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pic>
        <p:nvPicPr>
          <p:cNvPr id="29" name="Picture 28">
            <a:extLst>
              <a:ext uri="{FF2B5EF4-FFF2-40B4-BE49-F238E27FC236}">
                <a16:creationId xmlns:a16="http://schemas.microsoft.com/office/drawing/2014/main" id="{644FBBCF-A72D-D83C-6E36-B75DEF03F4E8}"/>
              </a:ext>
            </a:extLst>
          </p:cNvPr>
          <p:cNvPicPr>
            <a:picLocks noChangeAspect="1"/>
          </p:cNvPicPr>
          <p:nvPr/>
        </p:nvPicPr>
        <p:blipFill>
          <a:blip r:embed="rId2"/>
          <a:stretch>
            <a:fillRect/>
          </a:stretch>
        </p:blipFill>
        <p:spPr>
          <a:xfrm rot="5719328">
            <a:off x="1207821" y="-381252"/>
            <a:ext cx="1694570" cy="1830692"/>
          </a:xfrm>
          <a:prstGeom prst="rect">
            <a:avLst/>
          </a:prstGeom>
        </p:spPr>
      </p:pic>
      <p:sp>
        <p:nvSpPr>
          <p:cNvPr id="3" name="Freeform 25">
            <a:extLst>
              <a:ext uri="{FF2B5EF4-FFF2-40B4-BE49-F238E27FC236}">
                <a16:creationId xmlns:a16="http://schemas.microsoft.com/office/drawing/2014/main" id="{999C6E1E-8C59-C00F-CCDF-963081D1D46E}"/>
              </a:ext>
            </a:extLst>
          </p:cNvPr>
          <p:cNvSpPr/>
          <p:nvPr/>
        </p:nvSpPr>
        <p:spPr>
          <a:xfrm rot="716734" flipH="1">
            <a:off x="917072" y="529873"/>
            <a:ext cx="259168" cy="663772"/>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1" name="Freeform 26">
            <a:extLst>
              <a:ext uri="{FF2B5EF4-FFF2-40B4-BE49-F238E27FC236}">
                <a16:creationId xmlns:a16="http://schemas.microsoft.com/office/drawing/2014/main" id="{EE858C8D-C375-C77F-8455-FA69191A7B35}"/>
              </a:ext>
            </a:extLst>
          </p:cNvPr>
          <p:cNvSpPr/>
          <p:nvPr/>
        </p:nvSpPr>
        <p:spPr>
          <a:xfrm>
            <a:off x="1069372" y="2830287"/>
            <a:ext cx="811409" cy="415251"/>
          </a:xfrm>
          <a:custGeom>
            <a:avLst/>
            <a:gdLst>
              <a:gd name="connsiteX0" fmla="*/ 160190 w 217980"/>
              <a:gd name="connsiteY0" fmla="*/ 14651 h 158628"/>
              <a:gd name="connsiteX1" fmla="*/ 214904 w 217980"/>
              <a:gd name="connsiteY1" fmla="*/ 41798 h 158628"/>
              <a:gd name="connsiteX2" fmla="*/ 213181 w 217980"/>
              <a:gd name="connsiteY2" fmla="*/ 53864 h 158628"/>
              <a:gd name="connsiteX3" fmla="*/ 85659 w 217980"/>
              <a:gd name="connsiteY3" fmla="*/ 157714 h 158628"/>
              <a:gd name="connsiteX4" fmla="*/ 788 w 217980"/>
              <a:gd name="connsiteY4" fmla="*/ 61836 h 158628"/>
              <a:gd name="connsiteX5" fmla="*/ 89536 w 217980"/>
              <a:gd name="connsiteY5" fmla="*/ 0 h 158628"/>
              <a:gd name="connsiteX6" fmla="*/ 97076 w 217980"/>
              <a:gd name="connsiteY6" fmla="*/ 0 h 158628"/>
              <a:gd name="connsiteX7" fmla="*/ 159975 w 217980"/>
              <a:gd name="connsiteY7" fmla="*/ 14651 h 15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0" h="158628">
                <a:moveTo>
                  <a:pt x="160190" y="14651"/>
                </a:moveTo>
                <a:cubicBezTo>
                  <a:pt x="175484" y="21761"/>
                  <a:pt x="192932" y="27794"/>
                  <a:pt x="214904" y="41798"/>
                </a:cubicBezTo>
                <a:cubicBezTo>
                  <a:pt x="219643" y="44815"/>
                  <a:pt x="218781" y="52140"/>
                  <a:pt x="213181" y="53864"/>
                </a:cubicBezTo>
                <a:cubicBezTo>
                  <a:pt x="141665" y="75625"/>
                  <a:pt x="150712" y="147372"/>
                  <a:pt x="85659" y="157714"/>
                </a:cubicBezTo>
                <a:cubicBezTo>
                  <a:pt x="30514" y="166332"/>
                  <a:pt x="-5890" y="112468"/>
                  <a:pt x="788" y="61836"/>
                </a:cubicBezTo>
                <a:cubicBezTo>
                  <a:pt x="6819" y="16590"/>
                  <a:pt x="49039" y="0"/>
                  <a:pt x="89536" y="0"/>
                </a:cubicBezTo>
                <a:cubicBezTo>
                  <a:pt x="92121" y="0"/>
                  <a:pt x="94491" y="0"/>
                  <a:pt x="97076" y="0"/>
                </a:cubicBezTo>
                <a:cubicBezTo>
                  <a:pt x="118401" y="1077"/>
                  <a:pt x="140588" y="5602"/>
                  <a:pt x="159975" y="1465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4" name="Freeform 25">
            <a:extLst>
              <a:ext uri="{FF2B5EF4-FFF2-40B4-BE49-F238E27FC236}">
                <a16:creationId xmlns:a16="http://schemas.microsoft.com/office/drawing/2014/main" id="{DBC95F84-B7A8-39E2-F002-CA30B26F286C}"/>
              </a:ext>
            </a:extLst>
          </p:cNvPr>
          <p:cNvSpPr/>
          <p:nvPr/>
        </p:nvSpPr>
        <p:spPr>
          <a:xfrm>
            <a:off x="550824" y="1940192"/>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5" name="Freeform 26">
            <a:extLst>
              <a:ext uri="{FF2B5EF4-FFF2-40B4-BE49-F238E27FC236}">
                <a16:creationId xmlns:a16="http://schemas.microsoft.com/office/drawing/2014/main" id="{BDBC6E16-64F6-C572-3017-2346C4139CB8}"/>
              </a:ext>
            </a:extLst>
          </p:cNvPr>
          <p:cNvSpPr/>
          <p:nvPr/>
        </p:nvSpPr>
        <p:spPr>
          <a:xfrm rot="21337779">
            <a:off x="1084015" y="1732567"/>
            <a:ext cx="811409" cy="415251"/>
          </a:xfrm>
          <a:custGeom>
            <a:avLst/>
            <a:gdLst>
              <a:gd name="connsiteX0" fmla="*/ 160190 w 217980"/>
              <a:gd name="connsiteY0" fmla="*/ 14651 h 158628"/>
              <a:gd name="connsiteX1" fmla="*/ 214904 w 217980"/>
              <a:gd name="connsiteY1" fmla="*/ 41798 h 158628"/>
              <a:gd name="connsiteX2" fmla="*/ 213181 w 217980"/>
              <a:gd name="connsiteY2" fmla="*/ 53864 h 158628"/>
              <a:gd name="connsiteX3" fmla="*/ 85659 w 217980"/>
              <a:gd name="connsiteY3" fmla="*/ 157714 h 158628"/>
              <a:gd name="connsiteX4" fmla="*/ 788 w 217980"/>
              <a:gd name="connsiteY4" fmla="*/ 61836 h 158628"/>
              <a:gd name="connsiteX5" fmla="*/ 89536 w 217980"/>
              <a:gd name="connsiteY5" fmla="*/ 0 h 158628"/>
              <a:gd name="connsiteX6" fmla="*/ 97076 w 217980"/>
              <a:gd name="connsiteY6" fmla="*/ 0 h 158628"/>
              <a:gd name="connsiteX7" fmla="*/ 159975 w 217980"/>
              <a:gd name="connsiteY7" fmla="*/ 14651 h 15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0" h="158628">
                <a:moveTo>
                  <a:pt x="160190" y="14651"/>
                </a:moveTo>
                <a:cubicBezTo>
                  <a:pt x="175484" y="21761"/>
                  <a:pt x="192932" y="27794"/>
                  <a:pt x="214904" y="41798"/>
                </a:cubicBezTo>
                <a:cubicBezTo>
                  <a:pt x="219643" y="44815"/>
                  <a:pt x="218781" y="52140"/>
                  <a:pt x="213181" y="53864"/>
                </a:cubicBezTo>
                <a:cubicBezTo>
                  <a:pt x="141665" y="75625"/>
                  <a:pt x="150712" y="147372"/>
                  <a:pt x="85659" y="157714"/>
                </a:cubicBezTo>
                <a:cubicBezTo>
                  <a:pt x="30514" y="166332"/>
                  <a:pt x="-5890" y="112468"/>
                  <a:pt x="788" y="61836"/>
                </a:cubicBezTo>
                <a:cubicBezTo>
                  <a:pt x="6819" y="16590"/>
                  <a:pt x="49039" y="0"/>
                  <a:pt x="89536" y="0"/>
                </a:cubicBezTo>
                <a:cubicBezTo>
                  <a:pt x="92121" y="0"/>
                  <a:pt x="94491" y="0"/>
                  <a:pt x="97076" y="0"/>
                </a:cubicBezTo>
                <a:cubicBezTo>
                  <a:pt x="118401" y="1077"/>
                  <a:pt x="140588" y="5602"/>
                  <a:pt x="159975" y="1465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7" name="Freeform 28">
            <a:extLst>
              <a:ext uri="{FF2B5EF4-FFF2-40B4-BE49-F238E27FC236}">
                <a16:creationId xmlns:a16="http://schemas.microsoft.com/office/drawing/2014/main" id="{7E34F655-1904-F0BB-A785-89DDFA22852D}"/>
              </a:ext>
            </a:extLst>
          </p:cNvPr>
          <p:cNvSpPr/>
          <p:nvPr/>
        </p:nvSpPr>
        <p:spPr>
          <a:xfrm>
            <a:off x="575813" y="2104785"/>
            <a:ext cx="1109149" cy="3525458"/>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456" h="1346745">
                <a:moveTo>
                  <a:pt x="137716" y="368860"/>
                </a:moveTo>
                <a:cubicBezTo>
                  <a:pt x="137716" y="356579"/>
                  <a:pt x="137716" y="344298"/>
                  <a:pt x="137285" y="332017"/>
                </a:cubicBezTo>
                <a:cubicBezTo>
                  <a:pt x="134053" y="217395"/>
                  <a:pt x="111436" y="100618"/>
                  <a:pt x="54999" y="0"/>
                </a:cubicBezTo>
                <a:cubicBezTo>
                  <a:pt x="128453" y="140908"/>
                  <a:pt x="136639" y="305301"/>
                  <a:pt x="120268" y="460644"/>
                </a:cubicBezTo>
                <a:cubicBezTo>
                  <a:pt x="107127" y="587548"/>
                  <a:pt x="77617" y="716606"/>
                  <a:pt x="57799" y="842648"/>
                </a:cubicBezTo>
                <a:cubicBezTo>
                  <a:pt x="40136" y="953176"/>
                  <a:pt x="-638" y="1098233"/>
                  <a:pt x="11209" y="1210054"/>
                </a:cubicBezTo>
                <a:cubicBezTo>
                  <a:pt x="6686" y="1273818"/>
                  <a:pt x="3144" y="1288379"/>
                  <a:pt x="6747" y="1301319"/>
                </a:cubicBezTo>
                <a:cubicBezTo>
                  <a:pt x="8388" y="1322265"/>
                  <a:pt x="-6700" y="1333721"/>
                  <a:pt x="3662" y="1342250"/>
                </a:cubicBezTo>
                <a:cubicBezTo>
                  <a:pt x="7539" y="1356147"/>
                  <a:pt x="66552" y="1332309"/>
                  <a:pt x="77617" y="1343798"/>
                </a:cubicBezTo>
                <a:lnTo>
                  <a:pt x="120052" y="1343798"/>
                </a:lnTo>
                <a:cubicBezTo>
                  <a:pt x="99157" y="1292950"/>
                  <a:pt x="85371" y="1239517"/>
                  <a:pt x="77186" y="1185222"/>
                </a:cubicBezTo>
                <a:cubicBezTo>
                  <a:pt x="60815" y="1072754"/>
                  <a:pt x="67923" y="958347"/>
                  <a:pt x="82355" y="846095"/>
                </a:cubicBezTo>
                <a:cubicBezTo>
                  <a:pt x="99588" y="711435"/>
                  <a:pt x="127160" y="575913"/>
                  <a:pt x="135346" y="439745"/>
                </a:cubicBezTo>
                <a:cubicBezTo>
                  <a:pt x="138147" y="392991"/>
                  <a:pt x="161841" y="349900"/>
                  <a:pt x="200615" y="323614"/>
                </a:cubicBezTo>
                <a:cubicBezTo>
                  <a:pt x="200830" y="323614"/>
                  <a:pt x="201046" y="323184"/>
                  <a:pt x="201476" y="322968"/>
                </a:cubicBezTo>
                <a:cubicBezTo>
                  <a:pt x="228618" y="304654"/>
                  <a:pt x="260283" y="292373"/>
                  <a:pt x="293456" y="288495"/>
                </a:cubicBezTo>
                <a:cubicBezTo>
                  <a:pt x="232280" y="291512"/>
                  <a:pt x="174981" y="320383"/>
                  <a:pt x="137931" y="368860"/>
                </a:cubicBezTo>
                <a:lnTo>
                  <a:pt x="137716" y="368860"/>
                </a:lnTo>
                <a:close/>
              </a:path>
            </a:pathLst>
          </a:custGeom>
          <a:gradFill flip="none" rotWithShape="1">
            <a:gsLst>
              <a:gs pos="0">
                <a:srgbClr val="68000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10" name="Freeform 25">
            <a:extLst>
              <a:ext uri="{FF2B5EF4-FFF2-40B4-BE49-F238E27FC236}">
                <a16:creationId xmlns:a16="http://schemas.microsoft.com/office/drawing/2014/main" id="{5892871D-1B8C-4203-7CFC-77D6294AB641}"/>
              </a:ext>
            </a:extLst>
          </p:cNvPr>
          <p:cNvSpPr/>
          <p:nvPr/>
        </p:nvSpPr>
        <p:spPr>
          <a:xfrm>
            <a:off x="412653" y="919704"/>
            <a:ext cx="709341" cy="66377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8" name="Freeform 28">
            <a:extLst>
              <a:ext uri="{FF2B5EF4-FFF2-40B4-BE49-F238E27FC236}">
                <a16:creationId xmlns:a16="http://schemas.microsoft.com/office/drawing/2014/main" id="{55315792-6B5D-8748-2A40-18925FC11899}"/>
              </a:ext>
            </a:extLst>
          </p:cNvPr>
          <p:cNvSpPr/>
          <p:nvPr/>
        </p:nvSpPr>
        <p:spPr>
          <a:xfrm flipH="1">
            <a:off x="567698" y="862124"/>
            <a:ext cx="519385" cy="2082792"/>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61223" h="955203">
                <a:moveTo>
                  <a:pt x="105483" y="368860"/>
                </a:moveTo>
                <a:cubicBezTo>
                  <a:pt x="105483" y="356579"/>
                  <a:pt x="105483" y="344298"/>
                  <a:pt x="105052" y="332017"/>
                </a:cubicBezTo>
                <a:cubicBezTo>
                  <a:pt x="101820" y="217395"/>
                  <a:pt x="79203" y="100618"/>
                  <a:pt x="22766" y="0"/>
                </a:cubicBezTo>
                <a:cubicBezTo>
                  <a:pt x="96220" y="140908"/>
                  <a:pt x="104406" y="305301"/>
                  <a:pt x="88035" y="460644"/>
                </a:cubicBezTo>
                <a:cubicBezTo>
                  <a:pt x="74894" y="587548"/>
                  <a:pt x="20879" y="783328"/>
                  <a:pt x="1061" y="909370"/>
                </a:cubicBezTo>
                <a:cubicBezTo>
                  <a:pt x="-4761" y="989297"/>
                  <a:pt x="14894" y="942618"/>
                  <a:pt x="23071" y="932072"/>
                </a:cubicBezTo>
                <a:cubicBezTo>
                  <a:pt x="40080" y="853801"/>
                  <a:pt x="78895" y="541155"/>
                  <a:pt x="103113" y="439745"/>
                </a:cubicBezTo>
                <a:cubicBezTo>
                  <a:pt x="105914" y="392991"/>
                  <a:pt x="129608" y="349900"/>
                  <a:pt x="168382" y="323614"/>
                </a:cubicBezTo>
                <a:cubicBezTo>
                  <a:pt x="168597" y="323614"/>
                  <a:pt x="168813" y="323184"/>
                  <a:pt x="169243" y="322968"/>
                </a:cubicBezTo>
                <a:cubicBezTo>
                  <a:pt x="196385" y="304654"/>
                  <a:pt x="228050" y="292373"/>
                  <a:pt x="261223" y="288495"/>
                </a:cubicBezTo>
                <a:cubicBezTo>
                  <a:pt x="200047" y="291512"/>
                  <a:pt x="142748" y="320383"/>
                  <a:pt x="105698" y="368860"/>
                </a:cubicBezTo>
                <a:lnTo>
                  <a:pt x="105483" y="368860"/>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 name="Freeform 28">
            <a:extLst>
              <a:ext uri="{FF2B5EF4-FFF2-40B4-BE49-F238E27FC236}">
                <a16:creationId xmlns:a16="http://schemas.microsoft.com/office/drawing/2014/main" id="{D1CFFFFA-6B07-65FD-F489-DAD0314FF2E2}"/>
              </a:ext>
            </a:extLst>
          </p:cNvPr>
          <p:cNvSpPr/>
          <p:nvPr/>
        </p:nvSpPr>
        <p:spPr>
          <a:xfrm>
            <a:off x="948573" y="1391638"/>
            <a:ext cx="623185" cy="83005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2585 w 286709"/>
              <a:gd name="csY7" fmla="*/ 1185868 h 1343798"/>
              <a:gd name="csX8" fmla="*/ 47605 w 286709"/>
              <a:gd name="csY8" fmla="*/ 1260416 h 1343798"/>
              <a:gd name="csX9" fmla="*/ 70870 w 286709"/>
              <a:gd name="csY9" fmla="*/ 1343798 h 1343798"/>
              <a:gd name="csX10" fmla="*/ 113305 w 286709"/>
              <a:gd name="csY10" fmla="*/ 1343798 h 1343798"/>
              <a:gd name="csX11" fmla="*/ 70439 w 286709"/>
              <a:gd name="csY11" fmla="*/ 1185222 h 1343798"/>
              <a:gd name="csX12" fmla="*/ 75608 w 286709"/>
              <a:gd name="csY12" fmla="*/ 846095 h 1343798"/>
              <a:gd name="csX13" fmla="*/ 128599 w 286709"/>
              <a:gd name="csY13" fmla="*/ 439745 h 1343798"/>
              <a:gd name="csX14" fmla="*/ 193868 w 286709"/>
              <a:gd name="csY14" fmla="*/ 323614 h 1343798"/>
              <a:gd name="csX15" fmla="*/ 194729 w 286709"/>
              <a:gd name="csY15" fmla="*/ 322968 h 1343798"/>
              <a:gd name="csX16" fmla="*/ 286709 w 286709"/>
              <a:gd name="csY16" fmla="*/ 288495 h 1343798"/>
              <a:gd name="csX17" fmla="*/ 131184 w 286709"/>
              <a:gd name="csY17" fmla="*/ 368860 h 1343798"/>
              <a:gd name="csX18" fmla="*/ 130969 w 286709"/>
              <a:gd name="csY18" fmla="*/ 368860 h 1343798"/>
              <a:gd name="csX0" fmla="*/ 130969 w 286709"/>
              <a:gd name="csY0" fmla="*/ 368860 h 1343798"/>
              <a:gd name="csX1" fmla="*/ 130538 w 286709"/>
              <a:gd name="csY1" fmla="*/ 332017 h 1343798"/>
              <a:gd name="csX2" fmla="*/ 48252 w 286709"/>
              <a:gd name="csY2" fmla="*/ 0 h 1343798"/>
              <a:gd name="csX3" fmla="*/ 113521 w 286709"/>
              <a:gd name="csY3" fmla="*/ 460644 h 1343798"/>
              <a:gd name="csX4" fmla="*/ 51052 w 286709"/>
              <a:gd name="csY4" fmla="*/ 842648 h 1343798"/>
              <a:gd name="csX5" fmla="*/ 34896 w 286709"/>
              <a:gd name="csY5" fmla="*/ 1179620 h 1343798"/>
              <a:gd name="csX6" fmla="*/ 0 w 286709"/>
              <a:gd name="csY6" fmla="*/ 1183930 h 1343798"/>
              <a:gd name="csX7" fmla="*/ 47605 w 286709"/>
              <a:gd name="csY7" fmla="*/ 1260416 h 1343798"/>
              <a:gd name="csX8" fmla="*/ 70870 w 286709"/>
              <a:gd name="csY8" fmla="*/ 1343798 h 1343798"/>
              <a:gd name="csX9" fmla="*/ 113305 w 286709"/>
              <a:gd name="csY9" fmla="*/ 1343798 h 1343798"/>
              <a:gd name="csX10" fmla="*/ 70439 w 286709"/>
              <a:gd name="csY10" fmla="*/ 1185222 h 1343798"/>
              <a:gd name="csX11" fmla="*/ 75608 w 286709"/>
              <a:gd name="csY11" fmla="*/ 846095 h 1343798"/>
              <a:gd name="csX12" fmla="*/ 128599 w 286709"/>
              <a:gd name="csY12" fmla="*/ 439745 h 1343798"/>
              <a:gd name="csX13" fmla="*/ 193868 w 286709"/>
              <a:gd name="csY13" fmla="*/ 323614 h 1343798"/>
              <a:gd name="csX14" fmla="*/ 194729 w 286709"/>
              <a:gd name="csY14" fmla="*/ 322968 h 1343798"/>
              <a:gd name="csX15" fmla="*/ 286709 w 286709"/>
              <a:gd name="csY15" fmla="*/ 288495 h 1343798"/>
              <a:gd name="csX16" fmla="*/ 131184 w 286709"/>
              <a:gd name="csY16" fmla="*/ 368860 h 1343798"/>
              <a:gd name="csX17" fmla="*/ 130969 w 286709"/>
              <a:gd name="csY17"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17783 w 256887"/>
              <a:gd name="csY6" fmla="*/ 1260416 h 1343798"/>
              <a:gd name="csX7" fmla="*/ 41048 w 256887"/>
              <a:gd name="csY7" fmla="*/ 1343798 h 1343798"/>
              <a:gd name="csX8" fmla="*/ 83483 w 256887"/>
              <a:gd name="csY8" fmla="*/ 1343798 h 1343798"/>
              <a:gd name="csX9" fmla="*/ 40617 w 256887"/>
              <a:gd name="csY9" fmla="*/ 1185222 h 1343798"/>
              <a:gd name="csX10" fmla="*/ 45786 w 256887"/>
              <a:gd name="csY10" fmla="*/ 846095 h 1343798"/>
              <a:gd name="csX11" fmla="*/ 98777 w 256887"/>
              <a:gd name="csY11" fmla="*/ 439745 h 1343798"/>
              <a:gd name="csX12" fmla="*/ 164046 w 256887"/>
              <a:gd name="csY12" fmla="*/ 323614 h 1343798"/>
              <a:gd name="csX13" fmla="*/ 164907 w 256887"/>
              <a:gd name="csY13" fmla="*/ 322968 h 1343798"/>
              <a:gd name="csX14" fmla="*/ 256887 w 256887"/>
              <a:gd name="csY14" fmla="*/ 288495 h 1343798"/>
              <a:gd name="csX15" fmla="*/ 101362 w 256887"/>
              <a:gd name="csY15" fmla="*/ 368860 h 1343798"/>
              <a:gd name="csX16" fmla="*/ 101147 w 256887"/>
              <a:gd name="csY16" fmla="*/ 368860 h 1343798"/>
              <a:gd name="csX0" fmla="*/ 101147 w 256887"/>
              <a:gd name="csY0" fmla="*/ 368860 h 1343798"/>
              <a:gd name="csX1" fmla="*/ 100716 w 256887"/>
              <a:gd name="csY1" fmla="*/ 332017 h 1343798"/>
              <a:gd name="csX2" fmla="*/ 18430 w 256887"/>
              <a:gd name="csY2" fmla="*/ 0 h 1343798"/>
              <a:gd name="csX3" fmla="*/ 83699 w 256887"/>
              <a:gd name="csY3" fmla="*/ 460644 h 1343798"/>
              <a:gd name="csX4" fmla="*/ 21230 w 256887"/>
              <a:gd name="csY4" fmla="*/ 842648 h 1343798"/>
              <a:gd name="csX5" fmla="*/ 5074 w 256887"/>
              <a:gd name="csY5" fmla="*/ 1179620 h 1343798"/>
              <a:gd name="csX6" fmla="*/ 41048 w 256887"/>
              <a:gd name="csY6" fmla="*/ 1343798 h 1343798"/>
              <a:gd name="csX7" fmla="*/ 83483 w 256887"/>
              <a:gd name="csY7" fmla="*/ 1343798 h 1343798"/>
              <a:gd name="csX8" fmla="*/ 40617 w 256887"/>
              <a:gd name="csY8" fmla="*/ 1185222 h 1343798"/>
              <a:gd name="csX9" fmla="*/ 45786 w 256887"/>
              <a:gd name="csY9" fmla="*/ 846095 h 1343798"/>
              <a:gd name="csX10" fmla="*/ 98777 w 256887"/>
              <a:gd name="csY10" fmla="*/ 439745 h 1343798"/>
              <a:gd name="csX11" fmla="*/ 164046 w 256887"/>
              <a:gd name="csY11" fmla="*/ 323614 h 1343798"/>
              <a:gd name="csX12" fmla="*/ 164907 w 256887"/>
              <a:gd name="csY12" fmla="*/ 322968 h 1343798"/>
              <a:gd name="csX13" fmla="*/ 256887 w 256887"/>
              <a:gd name="csY13" fmla="*/ 288495 h 1343798"/>
              <a:gd name="csX14" fmla="*/ 101362 w 256887"/>
              <a:gd name="csY14" fmla="*/ 368860 h 1343798"/>
              <a:gd name="csX15" fmla="*/ 101147 w 256887"/>
              <a:gd name="csY15"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2187 w 238457"/>
              <a:gd name="csY7" fmla="*/ 1185222 h 1343798"/>
              <a:gd name="csX8" fmla="*/ 27356 w 238457"/>
              <a:gd name="csY8" fmla="*/ 846095 h 1343798"/>
              <a:gd name="csX9" fmla="*/ 80347 w 238457"/>
              <a:gd name="csY9" fmla="*/ 439745 h 1343798"/>
              <a:gd name="csX10" fmla="*/ 145616 w 238457"/>
              <a:gd name="csY10" fmla="*/ 323614 h 1343798"/>
              <a:gd name="csX11" fmla="*/ 146477 w 238457"/>
              <a:gd name="csY11" fmla="*/ 322968 h 1343798"/>
              <a:gd name="csX12" fmla="*/ 238457 w 238457"/>
              <a:gd name="csY12" fmla="*/ 288495 h 1343798"/>
              <a:gd name="csX13" fmla="*/ 82932 w 238457"/>
              <a:gd name="csY13" fmla="*/ 368860 h 1343798"/>
              <a:gd name="csX14" fmla="*/ 82717 w 238457"/>
              <a:gd name="csY14" fmla="*/ 368860 h 1343798"/>
              <a:gd name="csX0" fmla="*/ 82717 w 238457"/>
              <a:gd name="csY0" fmla="*/ 368860 h 1343798"/>
              <a:gd name="csX1" fmla="*/ 82286 w 238457"/>
              <a:gd name="csY1" fmla="*/ 332017 h 1343798"/>
              <a:gd name="csX2" fmla="*/ 0 w 238457"/>
              <a:gd name="csY2" fmla="*/ 0 h 1343798"/>
              <a:gd name="csX3" fmla="*/ 65269 w 238457"/>
              <a:gd name="csY3" fmla="*/ 460644 h 1343798"/>
              <a:gd name="csX4" fmla="*/ 2800 w 238457"/>
              <a:gd name="csY4" fmla="*/ 842648 h 1343798"/>
              <a:gd name="csX5" fmla="*/ 22618 w 238457"/>
              <a:gd name="csY5" fmla="*/ 1343798 h 1343798"/>
              <a:gd name="csX6" fmla="*/ 65053 w 238457"/>
              <a:gd name="csY6" fmla="*/ 1343798 h 1343798"/>
              <a:gd name="csX7" fmla="*/ 27356 w 238457"/>
              <a:gd name="csY7" fmla="*/ 846095 h 1343798"/>
              <a:gd name="csX8" fmla="*/ 80347 w 238457"/>
              <a:gd name="csY8" fmla="*/ 439745 h 1343798"/>
              <a:gd name="csX9" fmla="*/ 145616 w 238457"/>
              <a:gd name="csY9" fmla="*/ 323614 h 1343798"/>
              <a:gd name="csX10" fmla="*/ 146477 w 238457"/>
              <a:gd name="csY10" fmla="*/ 322968 h 1343798"/>
              <a:gd name="csX11" fmla="*/ 238457 w 238457"/>
              <a:gd name="csY11" fmla="*/ 288495 h 1343798"/>
              <a:gd name="csX12" fmla="*/ 82932 w 238457"/>
              <a:gd name="csY12" fmla="*/ 368860 h 1343798"/>
              <a:gd name="csX13" fmla="*/ 82717 w 238457"/>
              <a:gd name="csY13" fmla="*/ 368860 h 1343798"/>
              <a:gd name="csX0" fmla="*/ 105373 w 261113"/>
              <a:gd name="csY0" fmla="*/ 368860 h 1343798"/>
              <a:gd name="csX1" fmla="*/ 104942 w 261113"/>
              <a:gd name="csY1" fmla="*/ 332017 h 1343798"/>
              <a:gd name="csX2" fmla="*/ 22656 w 261113"/>
              <a:gd name="csY2" fmla="*/ 0 h 1343798"/>
              <a:gd name="csX3" fmla="*/ 87925 w 261113"/>
              <a:gd name="csY3" fmla="*/ 460644 h 1343798"/>
              <a:gd name="csX4" fmla="*/ 25456 w 261113"/>
              <a:gd name="csY4" fmla="*/ 842648 h 1343798"/>
              <a:gd name="csX5" fmla="*/ 2390 w 261113"/>
              <a:gd name="csY5" fmla="*/ 936954 h 1343798"/>
              <a:gd name="csX6" fmla="*/ 87709 w 261113"/>
              <a:gd name="csY6" fmla="*/ 1343798 h 1343798"/>
              <a:gd name="csX7" fmla="*/ 50012 w 261113"/>
              <a:gd name="csY7" fmla="*/ 846095 h 1343798"/>
              <a:gd name="csX8" fmla="*/ 103003 w 261113"/>
              <a:gd name="csY8" fmla="*/ 439745 h 1343798"/>
              <a:gd name="csX9" fmla="*/ 168272 w 261113"/>
              <a:gd name="csY9" fmla="*/ 323614 h 1343798"/>
              <a:gd name="csX10" fmla="*/ 169133 w 261113"/>
              <a:gd name="csY10" fmla="*/ 322968 h 1343798"/>
              <a:gd name="csX11" fmla="*/ 261113 w 261113"/>
              <a:gd name="csY11" fmla="*/ 288495 h 1343798"/>
              <a:gd name="csX12" fmla="*/ 105588 w 261113"/>
              <a:gd name="csY12" fmla="*/ 368860 h 1343798"/>
              <a:gd name="csX13" fmla="*/ 105373 w 261113"/>
              <a:gd name="csY13" fmla="*/ 368860 h 1343798"/>
              <a:gd name="csX0" fmla="*/ 105373 w 261113"/>
              <a:gd name="csY0" fmla="*/ 368860 h 940209"/>
              <a:gd name="csX1" fmla="*/ 104942 w 261113"/>
              <a:gd name="csY1" fmla="*/ 332017 h 940209"/>
              <a:gd name="csX2" fmla="*/ 22656 w 261113"/>
              <a:gd name="csY2" fmla="*/ 0 h 940209"/>
              <a:gd name="csX3" fmla="*/ 87925 w 261113"/>
              <a:gd name="csY3" fmla="*/ 460644 h 940209"/>
              <a:gd name="csX4" fmla="*/ 25456 w 261113"/>
              <a:gd name="csY4" fmla="*/ 842648 h 940209"/>
              <a:gd name="csX5" fmla="*/ 2390 w 261113"/>
              <a:gd name="csY5" fmla="*/ 936954 h 940209"/>
              <a:gd name="csX6" fmla="*/ 52993 w 261113"/>
              <a:gd name="csY6" fmla="*/ 940209 h 940209"/>
              <a:gd name="csX7" fmla="*/ 50012 w 261113"/>
              <a:gd name="csY7" fmla="*/ 846095 h 940209"/>
              <a:gd name="csX8" fmla="*/ 103003 w 261113"/>
              <a:gd name="csY8" fmla="*/ 439745 h 940209"/>
              <a:gd name="csX9" fmla="*/ 168272 w 261113"/>
              <a:gd name="csY9" fmla="*/ 323614 h 940209"/>
              <a:gd name="csX10" fmla="*/ 169133 w 261113"/>
              <a:gd name="csY10" fmla="*/ 322968 h 940209"/>
              <a:gd name="csX11" fmla="*/ 261113 w 261113"/>
              <a:gd name="csY11" fmla="*/ 288495 h 940209"/>
              <a:gd name="csX12" fmla="*/ 105588 w 261113"/>
              <a:gd name="csY12" fmla="*/ 368860 h 940209"/>
              <a:gd name="csX13" fmla="*/ 105373 w 261113"/>
              <a:gd name="csY13" fmla="*/ 368860 h 940209"/>
              <a:gd name="csX0" fmla="*/ 110259 w 265999"/>
              <a:gd name="csY0" fmla="*/ 368860 h 964601"/>
              <a:gd name="csX1" fmla="*/ 109828 w 265999"/>
              <a:gd name="csY1" fmla="*/ 332017 h 964601"/>
              <a:gd name="csX2" fmla="*/ 27542 w 265999"/>
              <a:gd name="csY2" fmla="*/ 0 h 964601"/>
              <a:gd name="csX3" fmla="*/ 92811 w 265999"/>
              <a:gd name="csY3" fmla="*/ 460644 h 964601"/>
              <a:gd name="csX4" fmla="*/ 5837 w 265999"/>
              <a:gd name="csY4" fmla="*/ 909370 h 964601"/>
              <a:gd name="csX5" fmla="*/ 7276 w 265999"/>
              <a:gd name="csY5" fmla="*/ 936954 h 964601"/>
              <a:gd name="csX6" fmla="*/ 57879 w 265999"/>
              <a:gd name="csY6" fmla="*/ 940209 h 964601"/>
              <a:gd name="csX7" fmla="*/ 54898 w 265999"/>
              <a:gd name="csY7" fmla="*/ 846095 h 964601"/>
              <a:gd name="csX8" fmla="*/ 107889 w 265999"/>
              <a:gd name="csY8" fmla="*/ 439745 h 964601"/>
              <a:gd name="csX9" fmla="*/ 173158 w 265999"/>
              <a:gd name="csY9" fmla="*/ 323614 h 964601"/>
              <a:gd name="csX10" fmla="*/ 174019 w 265999"/>
              <a:gd name="csY10" fmla="*/ 322968 h 964601"/>
              <a:gd name="csX11" fmla="*/ 265999 w 265999"/>
              <a:gd name="csY11" fmla="*/ 288495 h 964601"/>
              <a:gd name="csX12" fmla="*/ 110474 w 265999"/>
              <a:gd name="csY12" fmla="*/ 368860 h 964601"/>
              <a:gd name="csX13" fmla="*/ 110259 w 265999"/>
              <a:gd name="csY13" fmla="*/ 368860 h 964601"/>
              <a:gd name="csX0" fmla="*/ 104896 w 260636"/>
              <a:gd name="csY0" fmla="*/ 368860 h 958777"/>
              <a:gd name="csX1" fmla="*/ 104465 w 260636"/>
              <a:gd name="csY1" fmla="*/ 332017 h 958777"/>
              <a:gd name="csX2" fmla="*/ 22179 w 260636"/>
              <a:gd name="csY2" fmla="*/ 0 h 958777"/>
              <a:gd name="csX3" fmla="*/ 87448 w 260636"/>
              <a:gd name="csY3" fmla="*/ 460644 h 958777"/>
              <a:gd name="csX4" fmla="*/ 474 w 260636"/>
              <a:gd name="csY4" fmla="*/ 909370 h 958777"/>
              <a:gd name="csX5" fmla="*/ 52516 w 260636"/>
              <a:gd name="csY5" fmla="*/ 940209 h 958777"/>
              <a:gd name="csX6" fmla="*/ 49535 w 260636"/>
              <a:gd name="csY6" fmla="*/ 846095 h 958777"/>
              <a:gd name="csX7" fmla="*/ 102526 w 260636"/>
              <a:gd name="csY7" fmla="*/ 439745 h 958777"/>
              <a:gd name="csX8" fmla="*/ 167795 w 260636"/>
              <a:gd name="csY8" fmla="*/ 323614 h 958777"/>
              <a:gd name="csX9" fmla="*/ 168656 w 260636"/>
              <a:gd name="csY9" fmla="*/ 322968 h 958777"/>
              <a:gd name="csX10" fmla="*/ 260636 w 260636"/>
              <a:gd name="csY10" fmla="*/ 288495 h 958777"/>
              <a:gd name="csX11" fmla="*/ 105111 w 260636"/>
              <a:gd name="csY11" fmla="*/ 368860 h 958777"/>
              <a:gd name="csX12" fmla="*/ 104896 w 260636"/>
              <a:gd name="csY12" fmla="*/ 368860 h 958777"/>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50122 w 261223"/>
              <a:gd name="csY6" fmla="*/ 846095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37251 w 261223"/>
              <a:gd name="csY6" fmla="*/ 842840 h 955203"/>
              <a:gd name="csX7" fmla="*/ 103113 w 261223"/>
              <a:gd name="csY7" fmla="*/ 439745 h 955203"/>
              <a:gd name="csX8" fmla="*/ 168382 w 261223"/>
              <a:gd name="csY8" fmla="*/ 323614 h 955203"/>
              <a:gd name="csX9" fmla="*/ 169243 w 261223"/>
              <a:gd name="csY9" fmla="*/ 322968 h 955203"/>
              <a:gd name="csX10" fmla="*/ 261223 w 261223"/>
              <a:gd name="csY10" fmla="*/ 288495 h 955203"/>
              <a:gd name="csX11" fmla="*/ 105698 w 261223"/>
              <a:gd name="csY11" fmla="*/ 368860 h 955203"/>
              <a:gd name="csX12" fmla="*/ 105483 w 261223"/>
              <a:gd name="csY12" fmla="*/ 368860 h 955203"/>
              <a:gd name="csX0" fmla="*/ 105483 w 261223"/>
              <a:gd name="csY0" fmla="*/ 368860 h 955203"/>
              <a:gd name="csX1" fmla="*/ 105052 w 261223"/>
              <a:gd name="csY1" fmla="*/ 332017 h 955203"/>
              <a:gd name="csX2" fmla="*/ 22766 w 261223"/>
              <a:gd name="csY2" fmla="*/ 0 h 955203"/>
              <a:gd name="csX3" fmla="*/ 88035 w 261223"/>
              <a:gd name="csY3" fmla="*/ 460644 h 955203"/>
              <a:gd name="csX4" fmla="*/ 1061 w 261223"/>
              <a:gd name="csY4" fmla="*/ 909370 h 955203"/>
              <a:gd name="csX5" fmla="*/ 23071 w 261223"/>
              <a:gd name="csY5" fmla="*/ 932072 h 955203"/>
              <a:gd name="csX6" fmla="*/ 103113 w 261223"/>
              <a:gd name="csY6" fmla="*/ 439745 h 955203"/>
              <a:gd name="csX7" fmla="*/ 168382 w 261223"/>
              <a:gd name="csY7" fmla="*/ 323614 h 955203"/>
              <a:gd name="csX8" fmla="*/ 169243 w 261223"/>
              <a:gd name="csY8" fmla="*/ 322968 h 955203"/>
              <a:gd name="csX9" fmla="*/ 261223 w 261223"/>
              <a:gd name="csY9" fmla="*/ 288495 h 955203"/>
              <a:gd name="csX10" fmla="*/ 105698 w 261223"/>
              <a:gd name="csY10" fmla="*/ 368860 h 955203"/>
              <a:gd name="csX11" fmla="*/ 105483 w 261223"/>
              <a:gd name="csY11" fmla="*/ 368860 h 955203"/>
              <a:gd name="csX0" fmla="*/ 82717 w 238457"/>
              <a:gd name="csY0" fmla="*/ 368860 h 932100"/>
              <a:gd name="csX1" fmla="*/ 82286 w 238457"/>
              <a:gd name="csY1" fmla="*/ 332017 h 932100"/>
              <a:gd name="csX2" fmla="*/ 0 w 238457"/>
              <a:gd name="csY2" fmla="*/ 0 h 932100"/>
              <a:gd name="csX3" fmla="*/ 65269 w 238457"/>
              <a:gd name="csY3" fmla="*/ 460644 h 932100"/>
              <a:gd name="csX4" fmla="*/ 305 w 238457"/>
              <a:gd name="csY4" fmla="*/ 932072 h 932100"/>
              <a:gd name="csX5" fmla="*/ 80347 w 238457"/>
              <a:gd name="csY5" fmla="*/ 439745 h 932100"/>
              <a:gd name="csX6" fmla="*/ 145616 w 238457"/>
              <a:gd name="csY6" fmla="*/ 323614 h 932100"/>
              <a:gd name="csX7" fmla="*/ 146477 w 238457"/>
              <a:gd name="csY7" fmla="*/ 322968 h 932100"/>
              <a:gd name="csX8" fmla="*/ 238457 w 238457"/>
              <a:gd name="csY8" fmla="*/ 288495 h 932100"/>
              <a:gd name="csX9" fmla="*/ 82932 w 238457"/>
              <a:gd name="csY9" fmla="*/ 368860 h 932100"/>
              <a:gd name="csX10" fmla="*/ 82717 w 238457"/>
              <a:gd name="csY10" fmla="*/ 368860 h 932100"/>
              <a:gd name="csX0" fmla="*/ 82717 w 238457"/>
              <a:gd name="csY0" fmla="*/ 368860 h 492900"/>
              <a:gd name="csX1" fmla="*/ 82286 w 238457"/>
              <a:gd name="csY1" fmla="*/ 332017 h 492900"/>
              <a:gd name="csX2" fmla="*/ 0 w 238457"/>
              <a:gd name="csY2" fmla="*/ 0 h 492900"/>
              <a:gd name="csX3" fmla="*/ 65269 w 238457"/>
              <a:gd name="csY3" fmla="*/ 460644 h 492900"/>
              <a:gd name="csX4" fmla="*/ 80347 w 238457"/>
              <a:gd name="csY4" fmla="*/ 439745 h 492900"/>
              <a:gd name="csX5" fmla="*/ 145616 w 238457"/>
              <a:gd name="csY5" fmla="*/ 323614 h 492900"/>
              <a:gd name="csX6" fmla="*/ 146477 w 238457"/>
              <a:gd name="csY6" fmla="*/ 322968 h 492900"/>
              <a:gd name="csX7" fmla="*/ 238457 w 238457"/>
              <a:gd name="csY7" fmla="*/ 288495 h 492900"/>
              <a:gd name="csX8" fmla="*/ 82932 w 238457"/>
              <a:gd name="csY8" fmla="*/ 368860 h 492900"/>
              <a:gd name="csX9" fmla="*/ 82717 w 238457"/>
              <a:gd name="csY9" fmla="*/ 368860 h 492900"/>
              <a:gd name="csX0" fmla="*/ 17448 w 173188"/>
              <a:gd name="csY0" fmla="*/ 256637 h 380677"/>
              <a:gd name="csX1" fmla="*/ 17017 w 173188"/>
              <a:gd name="csY1" fmla="*/ 219794 h 380677"/>
              <a:gd name="csX2" fmla="*/ 17938 w 173188"/>
              <a:gd name="csY2" fmla="*/ 0 h 380677"/>
              <a:gd name="csX3" fmla="*/ 0 w 173188"/>
              <a:gd name="csY3" fmla="*/ 348421 h 380677"/>
              <a:gd name="csX4" fmla="*/ 15078 w 173188"/>
              <a:gd name="csY4" fmla="*/ 327522 h 380677"/>
              <a:gd name="csX5" fmla="*/ 80347 w 173188"/>
              <a:gd name="csY5" fmla="*/ 211391 h 380677"/>
              <a:gd name="csX6" fmla="*/ 81208 w 173188"/>
              <a:gd name="csY6" fmla="*/ 210745 h 380677"/>
              <a:gd name="csX7" fmla="*/ 173188 w 173188"/>
              <a:gd name="csY7" fmla="*/ 176272 h 380677"/>
              <a:gd name="csX8" fmla="*/ 17663 w 173188"/>
              <a:gd name="csY8" fmla="*/ 256637 h 380677"/>
              <a:gd name="csX9" fmla="*/ 17448 w 173188"/>
              <a:gd name="csY9" fmla="*/ 256637 h 3806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3188" h="380677">
                <a:moveTo>
                  <a:pt x="17448" y="256637"/>
                </a:moveTo>
                <a:cubicBezTo>
                  <a:pt x="17448" y="244356"/>
                  <a:pt x="17448" y="232075"/>
                  <a:pt x="17017" y="219794"/>
                </a:cubicBezTo>
                <a:cubicBezTo>
                  <a:pt x="13785" y="105172"/>
                  <a:pt x="74375" y="100618"/>
                  <a:pt x="17938" y="0"/>
                </a:cubicBezTo>
                <a:cubicBezTo>
                  <a:pt x="91392" y="140908"/>
                  <a:pt x="16371" y="193078"/>
                  <a:pt x="0" y="348421"/>
                </a:cubicBezTo>
                <a:cubicBezTo>
                  <a:pt x="13391" y="421712"/>
                  <a:pt x="1687" y="350360"/>
                  <a:pt x="15078" y="327522"/>
                </a:cubicBezTo>
                <a:cubicBezTo>
                  <a:pt x="17879" y="280768"/>
                  <a:pt x="41573" y="237677"/>
                  <a:pt x="80347" y="211391"/>
                </a:cubicBezTo>
                <a:cubicBezTo>
                  <a:pt x="80562" y="211391"/>
                  <a:pt x="80778" y="210961"/>
                  <a:pt x="81208" y="210745"/>
                </a:cubicBezTo>
                <a:cubicBezTo>
                  <a:pt x="108350" y="192431"/>
                  <a:pt x="140015" y="180150"/>
                  <a:pt x="173188" y="176272"/>
                </a:cubicBezTo>
                <a:cubicBezTo>
                  <a:pt x="112012" y="179289"/>
                  <a:pt x="54713" y="208160"/>
                  <a:pt x="17663" y="256637"/>
                </a:cubicBezTo>
                <a:lnTo>
                  <a:pt x="17448" y="256637"/>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26" name="Freeform 28">
            <a:extLst>
              <a:ext uri="{FF2B5EF4-FFF2-40B4-BE49-F238E27FC236}">
                <a16:creationId xmlns:a16="http://schemas.microsoft.com/office/drawing/2014/main" id="{E98762DF-86B4-3358-BF81-5C600EFA8CD3}"/>
              </a:ext>
            </a:extLst>
          </p:cNvPr>
          <p:cNvSpPr/>
          <p:nvPr/>
        </p:nvSpPr>
        <p:spPr>
          <a:xfrm>
            <a:off x="540251" y="4903256"/>
            <a:ext cx="519385" cy="1834515"/>
          </a:xfrm>
          <a:custGeom>
            <a:avLst/>
            <a:gdLst>
              <a:gd name="connsiteX0" fmla="*/ 199038 w 354777"/>
              <a:gd name="connsiteY0" fmla="*/ 368860 h 1343797"/>
              <a:gd name="connsiteX1" fmla="*/ 198607 w 354777"/>
              <a:gd name="connsiteY1" fmla="*/ 332017 h 1343797"/>
              <a:gd name="connsiteX2" fmla="*/ 116321 w 354777"/>
              <a:gd name="connsiteY2" fmla="*/ 0 h 1343797"/>
              <a:gd name="connsiteX3" fmla="*/ 181590 w 354777"/>
              <a:gd name="connsiteY3" fmla="*/ 460644 h 1343797"/>
              <a:gd name="connsiteX4" fmla="*/ 119121 w 354777"/>
              <a:gd name="connsiteY4" fmla="*/ 842648 h 1343797"/>
              <a:gd name="connsiteX5" fmla="*/ 102965 w 354777"/>
              <a:gd name="connsiteY5" fmla="*/ 1179620 h 1343797"/>
              <a:gd name="connsiteX6" fmla="*/ 0 w 354777"/>
              <a:gd name="connsiteY6" fmla="*/ 1153550 h 1343797"/>
              <a:gd name="connsiteX7" fmla="*/ 68069 w 354777"/>
              <a:gd name="connsiteY7" fmla="*/ 1183930 h 1343797"/>
              <a:gd name="connsiteX8" fmla="*/ 70654 w 354777"/>
              <a:gd name="connsiteY8" fmla="*/ 1185868 h 1343797"/>
              <a:gd name="connsiteX9" fmla="*/ 115674 w 354777"/>
              <a:gd name="connsiteY9" fmla="*/ 1260416 h 1343797"/>
              <a:gd name="connsiteX10" fmla="*/ 138939 w 354777"/>
              <a:gd name="connsiteY10" fmla="*/ 1343798 h 1343797"/>
              <a:gd name="connsiteX11" fmla="*/ 181374 w 354777"/>
              <a:gd name="connsiteY11" fmla="*/ 1343798 h 1343797"/>
              <a:gd name="connsiteX12" fmla="*/ 138508 w 354777"/>
              <a:gd name="connsiteY12" fmla="*/ 1185222 h 1343797"/>
              <a:gd name="connsiteX13" fmla="*/ 143677 w 354777"/>
              <a:gd name="connsiteY13" fmla="*/ 846095 h 1343797"/>
              <a:gd name="connsiteX14" fmla="*/ 196668 w 354777"/>
              <a:gd name="connsiteY14" fmla="*/ 439745 h 1343797"/>
              <a:gd name="connsiteX15" fmla="*/ 261937 w 354777"/>
              <a:gd name="connsiteY15" fmla="*/ 323614 h 1343797"/>
              <a:gd name="connsiteX16" fmla="*/ 262798 w 354777"/>
              <a:gd name="connsiteY16" fmla="*/ 322968 h 1343797"/>
              <a:gd name="connsiteX17" fmla="*/ 354778 w 354777"/>
              <a:gd name="connsiteY17" fmla="*/ 288495 h 1343797"/>
              <a:gd name="connsiteX18" fmla="*/ 199253 w 354777"/>
              <a:gd name="connsiteY18" fmla="*/ 368860 h 1343797"/>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736 w 289860"/>
              <a:gd name="csY8" fmla="*/ 1185868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34120 w 289860"/>
              <a:gd name="csY0" fmla="*/ 368860 h 1343798"/>
              <a:gd name="csX1" fmla="*/ 133689 w 289860"/>
              <a:gd name="csY1" fmla="*/ 332017 h 1343798"/>
              <a:gd name="csX2" fmla="*/ 51403 w 289860"/>
              <a:gd name="csY2" fmla="*/ 0 h 1343798"/>
              <a:gd name="csX3" fmla="*/ 116672 w 289860"/>
              <a:gd name="csY3" fmla="*/ 460644 h 1343798"/>
              <a:gd name="csX4" fmla="*/ 54203 w 289860"/>
              <a:gd name="csY4" fmla="*/ 842648 h 1343798"/>
              <a:gd name="csX5" fmla="*/ 38047 w 289860"/>
              <a:gd name="csY5" fmla="*/ 1179620 h 1343798"/>
              <a:gd name="csX6" fmla="*/ 34203 w 289860"/>
              <a:gd name="csY6" fmla="*/ 1162169 h 1343798"/>
              <a:gd name="csX7" fmla="*/ 3151 w 289860"/>
              <a:gd name="csY7" fmla="*/ 1183930 h 1343798"/>
              <a:gd name="csX8" fmla="*/ 53142 w 289860"/>
              <a:gd name="csY8" fmla="*/ 1224655 h 1343798"/>
              <a:gd name="csX9" fmla="*/ 50756 w 289860"/>
              <a:gd name="csY9" fmla="*/ 1260416 h 1343798"/>
              <a:gd name="csX10" fmla="*/ 74021 w 289860"/>
              <a:gd name="csY10" fmla="*/ 1343798 h 1343798"/>
              <a:gd name="csX11" fmla="*/ 116456 w 289860"/>
              <a:gd name="csY11" fmla="*/ 1343798 h 1343798"/>
              <a:gd name="csX12" fmla="*/ 73590 w 289860"/>
              <a:gd name="csY12" fmla="*/ 1185222 h 1343798"/>
              <a:gd name="csX13" fmla="*/ 78759 w 289860"/>
              <a:gd name="csY13" fmla="*/ 846095 h 1343798"/>
              <a:gd name="csX14" fmla="*/ 131750 w 289860"/>
              <a:gd name="csY14" fmla="*/ 439745 h 1343798"/>
              <a:gd name="csX15" fmla="*/ 197019 w 289860"/>
              <a:gd name="csY15" fmla="*/ 323614 h 1343798"/>
              <a:gd name="csX16" fmla="*/ 197880 w 289860"/>
              <a:gd name="csY16" fmla="*/ 322968 h 1343798"/>
              <a:gd name="csX17" fmla="*/ 289860 w 289860"/>
              <a:gd name="csY17" fmla="*/ 288495 h 1343798"/>
              <a:gd name="csX18" fmla="*/ 134335 w 289860"/>
              <a:gd name="csY18" fmla="*/ 368860 h 1343798"/>
              <a:gd name="csX19" fmla="*/ 134120 w 28986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30444 w 267162"/>
              <a:gd name="csY8" fmla="*/ 1224655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33170 w 288910"/>
              <a:gd name="csY0" fmla="*/ 368860 h 1343798"/>
              <a:gd name="csX1" fmla="*/ 132739 w 288910"/>
              <a:gd name="csY1" fmla="*/ 332017 h 1343798"/>
              <a:gd name="csX2" fmla="*/ 50453 w 288910"/>
              <a:gd name="csY2" fmla="*/ 0 h 1343798"/>
              <a:gd name="csX3" fmla="*/ 115722 w 288910"/>
              <a:gd name="csY3" fmla="*/ 460644 h 1343798"/>
              <a:gd name="csX4" fmla="*/ 53253 w 288910"/>
              <a:gd name="csY4" fmla="*/ 842648 h 1343798"/>
              <a:gd name="csX5" fmla="*/ 37097 w 288910"/>
              <a:gd name="csY5" fmla="*/ 1179620 h 1343798"/>
              <a:gd name="csX6" fmla="*/ 33253 w 288910"/>
              <a:gd name="csY6" fmla="*/ 1162169 h 1343798"/>
              <a:gd name="csX7" fmla="*/ 26113 w 288910"/>
              <a:gd name="csY7" fmla="*/ 1225234 h 1343798"/>
              <a:gd name="csX8" fmla="*/ 19 w 288910"/>
              <a:gd name="csY8" fmla="*/ 1272480 h 1343798"/>
              <a:gd name="csX9" fmla="*/ 49806 w 288910"/>
              <a:gd name="csY9" fmla="*/ 1260416 h 1343798"/>
              <a:gd name="csX10" fmla="*/ 73071 w 288910"/>
              <a:gd name="csY10" fmla="*/ 1343798 h 1343798"/>
              <a:gd name="csX11" fmla="*/ 115506 w 288910"/>
              <a:gd name="csY11" fmla="*/ 1343798 h 1343798"/>
              <a:gd name="csX12" fmla="*/ 72640 w 288910"/>
              <a:gd name="csY12" fmla="*/ 1185222 h 1343798"/>
              <a:gd name="csX13" fmla="*/ 77809 w 288910"/>
              <a:gd name="csY13" fmla="*/ 846095 h 1343798"/>
              <a:gd name="csX14" fmla="*/ 130800 w 288910"/>
              <a:gd name="csY14" fmla="*/ 439745 h 1343798"/>
              <a:gd name="csX15" fmla="*/ 196069 w 288910"/>
              <a:gd name="csY15" fmla="*/ 323614 h 1343798"/>
              <a:gd name="csX16" fmla="*/ 196930 w 288910"/>
              <a:gd name="csY16" fmla="*/ 322968 h 1343798"/>
              <a:gd name="csX17" fmla="*/ 288910 w 288910"/>
              <a:gd name="csY17" fmla="*/ 288495 h 1343798"/>
              <a:gd name="csX18" fmla="*/ 133385 w 288910"/>
              <a:gd name="csY18" fmla="*/ 368860 h 1343798"/>
              <a:gd name="csX19" fmla="*/ 133170 w 288910"/>
              <a:gd name="csY19" fmla="*/ 368860 h 1343798"/>
              <a:gd name="csX0" fmla="*/ 111422 w 267162"/>
              <a:gd name="csY0" fmla="*/ 368860 h 1343798"/>
              <a:gd name="csX1" fmla="*/ 110991 w 267162"/>
              <a:gd name="csY1" fmla="*/ 332017 h 1343798"/>
              <a:gd name="csX2" fmla="*/ 28705 w 267162"/>
              <a:gd name="csY2" fmla="*/ 0 h 1343798"/>
              <a:gd name="csX3" fmla="*/ 93974 w 267162"/>
              <a:gd name="csY3" fmla="*/ 460644 h 1343798"/>
              <a:gd name="csX4" fmla="*/ 31505 w 267162"/>
              <a:gd name="csY4" fmla="*/ 842648 h 1343798"/>
              <a:gd name="csX5" fmla="*/ 15349 w 267162"/>
              <a:gd name="csY5" fmla="*/ 1179620 h 1343798"/>
              <a:gd name="csX6" fmla="*/ 11505 w 267162"/>
              <a:gd name="csY6" fmla="*/ 1162169 h 1343798"/>
              <a:gd name="csX7" fmla="*/ 4365 w 267162"/>
              <a:gd name="csY7" fmla="*/ 1225234 h 1343798"/>
              <a:gd name="csX8" fmla="*/ 6531 w 267162"/>
              <a:gd name="csY8" fmla="*/ 1287697 h 1343798"/>
              <a:gd name="csX9" fmla="*/ 28058 w 267162"/>
              <a:gd name="csY9" fmla="*/ 1260416 h 1343798"/>
              <a:gd name="csX10" fmla="*/ 51323 w 267162"/>
              <a:gd name="csY10" fmla="*/ 1343798 h 1343798"/>
              <a:gd name="csX11" fmla="*/ 93758 w 267162"/>
              <a:gd name="csY11" fmla="*/ 1343798 h 1343798"/>
              <a:gd name="csX12" fmla="*/ 50892 w 267162"/>
              <a:gd name="csY12" fmla="*/ 1185222 h 1343798"/>
              <a:gd name="csX13" fmla="*/ 56061 w 267162"/>
              <a:gd name="csY13" fmla="*/ 846095 h 1343798"/>
              <a:gd name="csX14" fmla="*/ 109052 w 267162"/>
              <a:gd name="csY14" fmla="*/ 439745 h 1343798"/>
              <a:gd name="csX15" fmla="*/ 174321 w 267162"/>
              <a:gd name="csY15" fmla="*/ 323614 h 1343798"/>
              <a:gd name="csX16" fmla="*/ 175182 w 267162"/>
              <a:gd name="csY16" fmla="*/ 322968 h 1343798"/>
              <a:gd name="csX17" fmla="*/ 267162 w 267162"/>
              <a:gd name="csY17" fmla="*/ 288495 h 1343798"/>
              <a:gd name="csX18" fmla="*/ 111637 w 267162"/>
              <a:gd name="csY18" fmla="*/ 368860 h 1343798"/>
              <a:gd name="csX19" fmla="*/ 111422 w 267162"/>
              <a:gd name="csY19" fmla="*/ 368860 h 1343798"/>
              <a:gd name="csX0" fmla="*/ 116960 w 272700"/>
              <a:gd name="csY0" fmla="*/ 368860 h 1343798"/>
              <a:gd name="csX1" fmla="*/ 116529 w 272700"/>
              <a:gd name="csY1" fmla="*/ 332017 h 1343798"/>
              <a:gd name="csX2" fmla="*/ 34243 w 272700"/>
              <a:gd name="csY2" fmla="*/ 0 h 1343798"/>
              <a:gd name="csX3" fmla="*/ 99512 w 272700"/>
              <a:gd name="csY3" fmla="*/ 460644 h 1343798"/>
              <a:gd name="csX4" fmla="*/ 37043 w 272700"/>
              <a:gd name="csY4" fmla="*/ 842648 h 1343798"/>
              <a:gd name="csX5" fmla="*/ 20887 w 272700"/>
              <a:gd name="csY5" fmla="*/ 1179620 h 1343798"/>
              <a:gd name="csX6" fmla="*/ 17043 w 272700"/>
              <a:gd name="csY6" fmla="*/ 1162169 h 1343798"/>
              <a:gd name="csX7" fmla="*/ 9903 w 272700"/>
              <a:gd name="csY7" fmla="*/ 1225234 h 1343798"/>
              <a:gd name="csX8" fmla="*/ 12069 w 272700"/>
              <a:gd name="csY8" fmla="*/ 1287697 h 1343798"/>
              <a:gd name="csX9" fmla="*/ 33596 w 272700"/>
              <a:gd name="csY9" fmla="*/ 1260416 h 1343798"/>
              <a:gd name="csX10" fmla="*/ 297 w 272700"/>
              <a:gd name="csY10" fmla="*/ 1335728 h 1343798"/>
              <a:gd name="csX11" fmla="*/ 56861 w 272700"/>
              <a:gd name="csY11" fmla="*/ 1343798 h 1343798"/>
              <a:gd name="csX12" fmla="*/ 99296 w 272700"/>
              <a:gd name="csY12" fmla="*/ 1343798 h 1343798"/>
              <a:gd name="csX13" fmla="*/ 56430 w 272700"/>
              <a:gd name="csY13" fmla="*/ 1185222 h 1343798"/>
              <a:gd name="csX14" fmla="*/ 61599 w 272700"/>
              <a:gd name="csY14" fmla="*/ 846095 h 1343798"/>
              <a:gd name="csX15" fmla="*/ 114590 w 272700"/>
              <a:gd name="csY15" fmla="*/ 439745 h 1343798"/>
              <a:gd name="csX16" fmla="*/ 179859 w 272700"/>
              <a:gd name="csY16" fmla="*/ 323614 h 1343798"/>
              <a:gd name="csX17" fmla="*/ 180720 w 272700"/>
              <a:gd name="csY17" fmla="*/ 322968 h 1343798"/>
              <a:gd name="csX18" fmla="*/ 272700 w 272700"/>
              <a:gd name="csY18" fmla="*/ 288495 h 1343798"/>
              <a:gd name="csX19" fmla="*/ 117175 w 272700"/>
              <a:gd name="csY19" fmla="*/ 368860 h 1343798"/>
              <a:gd name="csX20" fmla="*/ 116960 w 272700"/>
              <a:gd name="csY20" fmla="*/ 368860 h 1343798"/>
              <a:gd name="csX0" fmla="*/ 118136 w 273876"/>
              <a:gd name="csY0" fmla="*/ 368860 h 1343798"/>
              <a:gd name="csX1" fmla="*/ 117705 w 273876"/>
              <a:gd name="csY1" fmla="*/ 332017 h 1343798"/>
              <a:gd name="csX2" fmla="*/ 35419 w 273876"/>
              <a:gd name="csY2" fmla="*/ 0 h 1343798"/>
              <a:gd name="csX3" fmla="*/ 100688 w 273876"/>
              <a:gd name="csY3" fmla="*/ 460644 h 1343798"/>
              <a:gd name="csX4" fmla="*/ 38219 w 273876"/>
              <a:gd name="csY4" fmla="*/ 842648 h 1343798"/>
              <a:gd name="csX5" fmla="*/ 22063 w 273876"/>
              <a:gd name="csY5" fmla="*/ 1179620 h 1343798"/>
              <a:gd name="csX6" fmla="*/ 18219 w 273876"/>
              <a:gd name="csY6" fmla="*/ 1162169 h 1343798"/>
              <a:gd name="csX7" fmla="*/ 11079 w 273876"/>
              <a:gd name="csY7" fmla="*/ 1225234 h 1343798"/>
              <a:gd name="csX8" fmla="*/ 13245 w 273876"/>
              <a:gd name="csY8" fmla="*/ 1287697 h 1343798"/>
              <a:gd name="csX9" fmla="*/ 4338 w 273876"/>
              <a:gd name="csY9" fmla="*/ 1299546 h 1343798"/>
              <a:gd name="csX10" fmla="*/ 1473 w 273876"/>
              <a:gd name="csY10" fmla="*/ 1335728 h 1343798"/>
              <a:gd name="csX11" fmla="*/ 58037 w 273876"/>
              <a:gd name="csY11" fmla="*/ 1343798 h 1343798"/>
              <a:gd name="csX12" fmla="*/ 100472 w 273876"/>
              <a:gd name="csY12" fmla="*/ 1343798 h 1343798"/>
              <a:gd name="csX13" fmla="*/ 57606 w 273876"/>
              <a:gd name="csY13" fmla="*/ 1185222 h 1343798"/>
              <a:gd name="csX14" fmla="*/ 62775 w 273876"/>
              <a:gd name="csY14" fmla="*/ 846095 h 1343798"/>
              <a:gd name="csX15" fmla="*/ 115766 w 273876"/>
              <a:gd name="csY15" fmla="*/ 439745 h 1343798"/>
              <a:gd name="csX16" fmla="*/ 181035 w 273876"/>
              <a:gd name="csY16" fmla="*/ 323614 h 1343798"/>
              <a:gd name="csX17" fmla="*/ 181896 w 273876"/>
              <a:gd name="csY17" fmla="*/ 322968 h 1343798"/>
              <a:gd name="csX18" fmla="*/ 273876 w 273876"/>
              <a:gd name="csY18" fmla="*/ 288495 h 1343798"/>
              <a:gd name="csX19" fmla="*/ 118351 w 273876"/>
              <a:gd name="csY19" fmla="*/ 368860 h 1343798"/>
              <a:gd name="csX20" fmla="*/ 118136 w 273876"/>
              <a:gd name="csY20" fmla="*/ 368860 h 1343798"/>
              <a:gd name="csX0" fmla="*/ 132825 w 288565"/>
              <a:gd name="csY0" fmla="*/ 368860 h 1343798"/>
              <a:gd name="csX1" fmla="*/ 132394 w 288565"/>
              <a:gd name="csY1" fmla="*/ 332017 h 1343798"/>
              <a:gd name="csX2" fmla="*/ 50108 w 288565"/>
              <a:gd name="csY2" fmla="*/ 0 h 1343798"/>
              <a:gd name="csX3" fmla="*/ 115377 w 288565"/>
              <a:gd name="csY3" fmla="*/ 460644 h 1343798"/>
              <a:gd name="csX4" fmla="*/ 52908 w 288565"/>
              <a:gd name="csY4" fmla="*/ 842648 h 1343798"/>
              <a:gd name="csX5" fmla="*/ 6318 w 288565"/>
              <a:gd name="csY5" fmla="*/ 1210054 h 1343798"/>
              <a:gd name="csX6" fmla="*/ 32908 w 288565"/>
              <a:gd name="csY6" fmla="*/ 1162169 h 1343798"/>
              <a:gd name="csX7" fmla="*/ 25768 w 288565"/>
              <a:gd name="csY7" fmla="*/ 1225234 h 1343798"/>
              <a:gd name="csX8" fmla="*/ 27934 w 288565"/>
              <a:gd name="csY8" fmla="*/ 1287697 h 1343798"/>
              <a:gd name="csX9" fmla="*/ 19027 w 288565"/>
              <a:gd name="csY9" fmla="*/ 1299546 h 1343798"/>
              <a:gd name="csX10" fmla="*/ 16162 w 288565"/>
              <a:gd name="csY10" fmla="*/ 1335728 h 1343798"/>
              <a:gd name="csX11" fmla="*/ 72726 w 288565"/>
              <a:gd name="csY11" fmla="*/ 1343798 h 1343798"/>
              <a:gd name="csX12" fmla="*/ 115161 w 288565"/>
              <a:gd name="csY12" fmla="*/ 1343798 h 1343798"/>
              <a:gd name="csX13" fmla="*/ 72295 w 288565"/>
              <a:gd name="csY13" fmla="*/ 1185222 h 1343798"/>
              <a:gd name="csX14" fmla="*/ 77464 w 288565"/>
              <a:gd name="csY14" fmla="*/ 846095 h 1343798"/>
              <a:gd name="csX15" fmla="*/ 130455 w 288565"/>
              <a:gd name="csY15" fmla="*/ 439745 h 1343798"/>
              <a:gd name="csX16" fmla="*/ 195724 w 288565"/>
              <a:gd name="csY16" fmla="*/ 323614 h 1343798"/>
              <a:gd name="csX17" fmla="*/ 196585 w 288565"/>
              <a:gd name="csY17" fmla="*/ 322968 h 1343798"/>
              <a:gd name="csX18" fmla="*/ 288565 w 288565"/>
              <a:gd name="csY18" fmla="*/ 288495 h 1343798"/>
              <a:gd name="csX19" fmla="*/ 133040 w 288565"/>
              <a:gd name="csY19" fmla="*/ 368860 h 1343798"/>
              <a:gd name="csX20" fmla="*/ 132825 w 288565"/>
              <a:gd name="csY20" fmla="*/ 368860 h 1343798"/>
              <a:gd name="csX0" fmla="*/ 143395 w 299135"/>
              <a:gd name="csY0" fmla="*/ 368860 h 1343798"/>
              <a:gd name="csX1" fmla="*/ 142964 w 299135"/>
              <a:gd name="csY1" fmla="*/ 332017 h 1343798"/>
              <a:gd name="csX2" fmla="*/ 60678 w 299135"/>
              <a:gd name="csY2" fmla="*/ 0 h 1343798"/>
              <a:gd name="csX3" fmla="*/ 125947 w 299135"/>
              <a:gd name="csY3" fmla="*/ 460644 h 1343798"/>
              <a:gd name="csX4" fmla="*/ 63478 w 299135"/>
              <a:gd name="csY4" fmla="*/ 842648 h 1343798"/>
              <a:gd name="csX5" fmla="*/ 16888 w 299135"/>
              <a:gd name="csY5" fmla="*/ 1210054 h 1343798"/>
              <a:gd name="csX6" fmla="*/ 0 w 299135"/>
              <a:gd name="csY6" fmla="*/ 1255646 h 1343798"/>
              <a:gd name="csX7" fmla="*/ 36338 w 299135"/>
              <a:gd name="csY7" fmla="*/ 1225234 h 1343798"/>
              <a:gd name="csX8" fmla="*/ 38504 w 299135"/>
              <a:gd name="csY8" fmla="*/ 1287697 h 1343798"/>
              <a:gd name="csX9" fmla="*/ 29597 w 299135"/>
              <a:gd name="csY9" fmla="*/ 1299546 h 1343798"/>
              <a:gd name="csX10" fmla="*/ 26732 w 299135"/>
              <a:gd name="csY10" fmla="*/ 1335728 h 1343798"/>
              <a:gd name="csX11" fmla="*/ 83296 w 299135"/>
              <a:gd name="csY11" fmla="*/ 1343798 h 1343798"/>
              <a:gd name="csX12" fmla="*/ 125731 w 299135"/>
              <a:gd name="csY12" fmla="*/ 1343798 h 1343798"/>
              <a:gd name="csX13" fmla="*/ 82865 w 299135"/>
              <a:gd name="csY13" fmla="*/ 1185222 h 1343798"/>
              <a:gd name="csX14" fmla="*/ 88034 w 299135"/>
              <a:gd name="csY14" fmla="*/ 846095 h 1343798"/>
              <a:gd name="csX15" fmla="*/ 141025 w 299135"/>
              <a:gd name="csY15" fmla="*/ 439745 h 1343798"/>
              <a:gd name="csX16" fmla="*/ 206294 w 299135"/>
              <a:gd name="csY16" fmla="*/ 323614 h 1343798"/>
              <a:gd name="csX17" fmla="*/ 207155 w 299135"/>
              <a:gd name="csY17" fmla="*/ 322968 h 1343798"/>
              <a:gd name="csX18" fmla="*/ 299135 w 299135"/>
              <a:gd name="csY18" fmla="*/ 288495 h 1343798"/>
              <a:gd name="csX19" fmla="*/ 143610 w 299135"/>
              <a:gd name="csY19" fmla="*/ 368860 h 1343798"/>
              <a:gd name="csX20" fmla="*/ 143395 w 299135"/>
              <a:gd name="csY20" fmla="*/ 368860 h 1343798"/>
              <a:gd name="csX0" fmla="*/ 153634 w 309374"/>
              <a:gd name="csY0" fmla="*/ 368860 h 1343798"/>
              <a:gd name="csX1" fmla="*/ 153203 w 309374"/>
              <a:gd name="csY1" fmla="*/ 332017 h 1343798"/>
              <a:gd name="csX2" fmla="*/ 70917 w 309374"/>
              <a:gd name="csY2" fmla="*/ 0 h 1343798"/>
              <a:gd name="csX3" fmla="*/ 136186 w 309374"/>
              <a:gd name="csY3" fmla="*/ 460644 h 1343798"/>
              <a:gd name="csX4" fmla="*/ 73717 w 309374"/>
              <a:gd name="csY4" fmla="*/ 842648 h 1343798"/>
              <a:gd name="csX5" fmla="*/ 27127 w 309374"/>
              <a:gd name="csY5" fmla="*/ 1210054 h 1343798"/>
              <a:gd name="csX6" fmla="*/ 10239 w 309374"/>
              <a:gd name="csY6" fmla="*/ 1255646 h 1343798"/>
              <a:gd name="csX7" fmla="*/ 46577 w 309374"/>
              <a:gd name="csY7" fmla="*/ 1225234 h 1343798"/>
              <a:gd name="csX8" fmla="*/ 48743 w 309374"/>
              <a:gd name="csY8" fmla="*/ 1287697 h 1343798"/>
              <a:gd name="csX9" fmla="*/ 39836 w 309374"/>
              <a:gd name="csY9" fmla="*/ 1299546 h 1343798"/>
              <a:gd name="csX10" fmla="*/ 36971 w 309374"/>
              <a:gd name="csY10" fmla="*/ 1335728 h 1343798"/>
              <a:gd name="csX11" fmla="*/ 93535 w 309374"/>
              <a:gd name="csY11" fmla="*/ 1343798 h 1343798"/>
              <a:gd name="csX12" fmla="*/ 135970 w 309374"/>
              <a:gd name="csY12" fmla="*/ 1343798 h 1343798"/>
              <a:gd name="csX13" fmla="*/ 93104 w 309374"/>
              <a:gd name="csY13" fmla="*/ 1185222 h 1343798"/>
              <a:gd name="csX14" fmla="*/ 98273 w 309374"/>
              <a:gd name="csY14" fmla="*/ 846095 h 1343798"/>
              <a:gd name="csX15" fmla="*/ 151264 w 309374"/>
              <a:gd name="csY15" fmla="*/ 439745 h 1343798"/>
              <a:gd name="csX16" fmla="*/ 216533 w 309374"/>
              <a:gd name="csY16" fmla="*/ 323614 h 1343798"/>
              <a:gd name="csX17" fmla="*/ 217394 w 309374"/>
              <a:gd name="csY17" fmla="*/ 322968 h 1343798"/>
              <a:gd name="csX18" fmla="*/ 309374 w 309374"/>
              <a:gd name="csY18" fmla="*/ 288495 h 1343798"/>
              <a:gd name="csX19" fmla="*/ 153849 w 309374"/>
              <a:gd name="csY19" fmla="*/ 368860 h 1343798"/>
              <a:gd name="csX20" fmla="*/ 153634 w 309374"/>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25559 w 295097"/>
              <a:gd name="csY9" fmla="*/ 1299546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9357 w 295097"/>
              <a:gd name="csY0" fmla="*/ 368860 h 1343798"/>
              <a:gd name="csX1" fmla="*/ 138926 w 295097"/>
              <a:gd name="csY1" fmla="*/ 332017 h 1343798"/>
              <a:gd name="csX2" fmla="*/ 56640 w 295097"/>
              <a:gd name="csY2" fmla="*/ 0 h 1343798"/>
              <a:gd name="csX3" fmla="*/ 121909 w 295097"/>
              <a:gd name="csY3" fmla="*/ 460644 h 1343798"/>
              <a:gd name="csX4" fmla="*/ 59440 w 295097"/>
              <a:gd name="csY4" fmla="*/ 842648 h 1343798"/>
              <a:gd name="csX5" fmla="*/ 12850 w 295097"/>
              <a:gd name="csY5" fmla="*/ 1210054 h 1343798"/>
              <a:gd name="csX6" fmla="*/ 30744 w 295097"/>
              <a:gd name="csY6" fmla="*/ 1249124 h 1343798"/>
              <a:gd name="csX7" fmla="*/ 32300 w 295097"/>
              <a:gd name="csY7" fmla="*/ 1225234 h 1343798"/>
              <a:gd name="csX8" fmla="*/ 34466 w 295097"/>
              <a:gd name="csY8" fmla="*/ 1287697 h 1343798"/>
              <a:gd name="csX9" fmla="*/ 3820 w 295097"/>
              <a:gd name="csY9" fmla="*/ 1319111 h 1343798"/>
              <a:gd name="csX10" fmla="*/ 22694 w 295097"/>
              <a:gd name="csY10" fmla="*/ 1335728 h 1343798"/>
              <a:gd name="csX11" fmla="*/ 79258 w 295097"/>
              <a:gd name="csY11" fmla="*/ 1343798 h 1343798"/>
              <a:gd name="csX12" fmla="*/ 121693 w 295097"/>
              <a:gd name="csY12" fmla="*/ 1343798 h 1343798"/>
              <a:gd name="csX13" fmla="*/ 78827 w 295097"/>
              <a:gd name="csY13" fmla="*/ 1185222 h 1343798"/>
              <a:gd name="csX14" fmla="*/ 83996 w 295097"/>
              <a:gd name="csY14" fmla="*/ 846095 h 1343798"/>
              <a:gd name="csX15" fmla="*/ 136987 w 295097"/>
              <a:gd name="csY15" fmla="*/ 439745 h 1343798"/>
              <a:gd name="csX16" fmla="*/ 202256 w 295097"/>
              <a:gd name="csY16" fmla="*/ 323614 h 1343798"/>
              <a:gd name="csX17" fmla="*/ 203117 w 295097"/>
              <a:gd name="csY17" fmla="*/ 322968 h 1343798"/>
              <a:gd name="csX18" fmla="*/ 295097 w 295097"/>
              <a:gd name="csY18" fmla="*/ 288495 h 1343798"/>
              <a:gd name="csX19" fmla="*/ 139572 w 295097"/>
              <a:gd name="csY19" fmla="*/ 368860 h 1343798"/>
              <a:gd name="csX20" fmla="*/ 139357 w 295097"/>
              <a:gd name="csY20"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28638 w 291435"/>
              <a:gd name="csY6" fmla="*/ 122523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695 w 291435"/>
              <a:gd name="csY0" fmla="*/ 368860 h 1343798"/>
              <a:gd name="csX1" fmla="*/ 135264 w 291435"/>
              <a:gd name="csY1" fmla="*/ 332017 h 1343798"/>
              <a:gd name="csX2" fmla="*/ 52978 w 291435"/>
              <a:gd name="csY2" fmla="*/ 0 h 1343798"/>
              <a:gd name="csX3" fmla="*/ 118247 w 291435"/>
              <a:gd name="csY3" fmla="*/ 460644 h 1343798"/>
              <a:gd name="csX4" fmla="*/ 55778 w 291435"/>
              <a:gd name="csY4" fmla="*/ 842648 h 1343798"/>
              <a:gd name="csX5" fmla="*/ 9188 w 291435"/>
              <a:gd name="csY5" fmla="*/ 1210054 h 1343798"/>
              <a:gd name="csX6" fmla="*/ 13421 w 291435"/>
              <a:gd name="csY6" fmla="*/ 1292624 h 1343798"/>
              <a:gd name="csX7" fmla="*/ 30804 w 291435"/>
              <a:gd name="csY7" fmla="*/ 1287697 h 1343798"/>
              <a:gd name="csX8" fmla="*/ 158 w 291435"/>
              <a:gd name="csY8" fmla="*/ 1319111 h 1343798"/>
              <a:gd name="csX9" fmla="*/ 19032 w 291435"/>
              <a:gd name="csY9" fmla="*/ 1335728 h 1343798"/>
              <a:gd name="csX10" fmla="*/ 75596 w 291435"/>
              <a:gd name="csY10" fmla="*/ 1343798 h 1343798"/>
              <a:gd name="csX11" fmla="*/ 118031 w 291435"/>
              <a:gd name="csY11" fmla="*/ 1343798 h 1343798"/>
              <a:gd name="csX12" fmla="*/ 75165 w 291435"/>
              <a:gd name="csY12" fmla="*/ 1185222 h 1343798"/>
              <a:gd name="csX13" fmla="*/ 80334 w 291435"/>
              <a:gd name="csY13" fmla="*/ 846095 h 1343798"/>
              <a:gd name="csX14" fmla="*/ 133325 w 291435"/>
              <a:gd name="csY14" fmla="*/ 439745 h 1343798"/>
              <a:gd name="csX15" fmla="*/ 198594 w 291435"/>
              <a:gd name="csY15" fmla="*/ 323614 h 1343798"/>
              <a:gd name="csX16" fmla="*/ 199455 w 291435"/>
              <a:gd name="csY16" fmla="*/ 322968 h 1343798"/>
              <a:gd name="csX17" fmla="*/ 291435 w 291435"/>
              <a:gd name="csY17" fmla="*/ 288495 h 1343798"/>
              <a:gd name="csX18" fmla="*/ 135910 w 291435"/>
              <a:gd name="csY18" fmla="*/ 368860 h 1343798"/>
              <a:gd name="csX19" fmla="*/ 135695 w 291435"/>
              <a:gd name="csY19" fmla="*/ 368860 h 1343798"/>
              <a:gd name="csX0" fmla="*/ 135587 w 291327"/>
              <a:gd name="csY0" fmla="*/ 368860 h 1343798"/>
              <a:gd name="csX1" fmla="*/ 135156 w 291327"/>
              <a:gd name="csY1" fmla="*/ 332017 h 1343798"/>
              <a:gd name="csX2" fmla="*/ 52870 w 291327"/>
              <a:gd name="csY2" fmla="*/ 0 h 1343798"/>
              <a:gd name="csX3" fmla="*/ 118139 w 291327"/>
              <a:gd name="csY3" fmla="*/ 460644 h 1343798"/>
              <a:gd name="csX4" fmla="*/ 55670 w 291327"/>
              <a:gd name="csY4" fmla="*/ 842648 h 1343798"/>
              <a:gd name="csX5" fmla="*/ 9080 w 291327"/>
              <a:gd name="csY5" fmla="*/ 1210054 h 1343798"/>
              <a:gd name="csX6" fmla="*/ 13313 w 291327"/>
              <a:gd name="csY6" fmla="*/ 1292624 h 1343798"/>
              <a:gd name="csX7" fmla="*/ 50 w 291327"/>
              <a:gd name="csY7" fmla="*/ 1319111 h 1343798"/>
              <a:gd name="csX8" fmla="*/ 18924 w 291327"/>
              <a:gd name="csY8" fmla="*/ 1335728 h 1343798"/>
              <a:gd name="csX9" fmla="*/ 75488 w 291327"/>
              <a:gd name="csY9" fmla="*/ 1343798 h 1343798"/>
              <a:gd name="csX10" fmla="*/ 117923 w 291327"/>
              <a:gd name="csY10" fmla="*/ 1343798 h 1343798"/>
              <a:gd name="csX11" fmla="*/ 75057 w 291327"/>
              <a:gd name="csY11" fmla="*/ 1185222 h 1343798"/>
              <a:gd name="csX12" fmla="*/ 80226 w 291327"/>
              <a:gd name="csY12" fmla="*/ 846095 h 1343798"/>
              <a:gd name="csX13" fmla="*/ 133217 w 291327"/>
              <a:gd name="csY13" fmla="*/ 439745 h 1343798"/>
              <a:gd name="csX14" fmla="*/ 198486 w 291327"/>
              <a:gd name="csY14" fmla="*/ 323614 h 1343798"/>
              <a:gd name="csX15" fmla="*/ 199347 w 291327"/>
              <a:gd name="csY15" fmla="*/ 322968 h 1343798"/>
              <a:gd name="csX16" fmla="*/ 291327 w 291327"/>
              <a:gd name="csY16" fmla="*/ 288495 h 1343798"/>
              <a:gd name="csX17" fmla="*/ 135802 w 291327"/>
              <a:gd name="csY17" fmla="*/ 368860 h 1343798"/>
              <a:gd name="csX18" fmla="*/ 135587 w 291327"/>
              <a:gd name="csY18" fmla="*/ 368860 h 1343798"/>
              <a:gd name="csX0" fmla="*/ 128632 w 284372"/>
              <a:gd name="csY0" fmla="*/ 368860 h 1343798"/>
              <a:gd name="csX1" fmla="*/ 128201 w 284372"/>
              <a:gd name="csY1" fmla="*/ 332017 h 1343798"/>
              <a:gd name="csX2" fmla="*/ 45915 w 284372"/>
              <a:gd name="csY2" fmla="*/ 0 h 1343798"/>
              <a:gd name="csX3" fmla="*/ 111184 w 284372"/>
              <a:gd name="csY3" fmla="*/ 460644 h 1343798"/>
              <a:gd name="csX4" fmla="*/ 48715 w 284372"/>
              <a:gd name="csY4" fmla="*/ 842648 h 1343798"/>
              <a:gd name="csX5" fmla="*/ 2125 w 284372"/>
              <a:gd name="csY5" fmla="*/ 1210054 h 1343798"/>
              <a:gd name="csX6" fmla="*/ 6358 w 284372"/>
              <a:gd name="csY6" fmla="*/ 1292624 h 1343798"/>
              <a:gd name="csX7" fmla="*/ 11969 w 284372"/>
              <a:gd name="csY7" fmla="*/ 1335728 h 1343798"/>
              <a:gd name="csX8" fmla="*/ 68533 w 284372"/>
              <a:gd name="csY8" fmla="*/ 1343798 h 1343798"/>
              <a:gd name="csX9" fmla="*/ 110968 w 284372"/>
              <a:gd name="csY9" fmla="*/ 1343798 h 1343798"/>
              <a:gd name="csX10" fmla="*/ 68102 w 284372"/>
              <a:gd name="csY10" fmla="*/ 1185222 h 1343798"/>
              <a:gd name="csX11" fmla="*/ 73271 w 284372"/>
              <a:gd name="csY11" fmla="*/ 846095 h 1343798"/>
              <a:gd name="csX12" fmla="*/ 126262 w 284372"/>
              <a:gd name="csY12" fmla="*/ 439745 h 1343798"/>
              <a:gd name="csX13" fmla="*/ 191531 w 284372"/>
              <a:gd name="csY13" fmla="*/ 323614 h 1343798"/>
              <a:gd name="csX14" fmla="*/ 192392 w 284372"/>
              <a:gd name="csY14" fmla="*/ 322968 h 1343798"/>
              <a:gd name="csX15" fmla="*/ 284372 w 284372"/>
              <a:gd name="csY15" fmla="*/ 288495 h 1343798"/>
              <a:gd name="csX16" fmla="*/ 128847 w 284372"/>
              <a:gd name="csY16" fmla="*/ 368860 h 1343798"/>
              <a:gd name="csX17" fmla="*/ 128632 w 284372"/>
              <a:gd name="csY17" fmla="*/ 368860 h 1343798"/>
              <a:gd name="csX0" fmla="*/ 136677 w 292417"/>
              <a:gd name="csY0" fmla="*/ 368860 h 1346745"/>
              <a:gd name="csX1" fmla="*/ 136246 w 292417"/>
              <a:gd name="csY1" fmla="*/ 332017 h 1346745"/>
              <a:gd name="csX2" fmla="*/ 53960 w 292417"/>
              <a:gd name="csY2" fmla="*/ 0 h 1346745"/>
              <a:gd name="csX3" fmla="*/ 119229 w 292417"/>
              <a:gd name="csY3" fmla="*/ 460644 h 1346745"/>
              <a:gd name="csX4" fmla="*/ 56760 w 292417"/>
              <a:gd name="csY4" fmla="*/ 842648 h 1346745"/>
              <a:gd name="csX5" fmla="*/ 10170 w 292417"/>
              <a:gd name="csY5" fmla="*/ 1210054 h 1346745"/>
              <a:gd name="csX6" fmla="*/ 14403 w 292417"/>
              <a:gd name="csY6" fmla="*/ 1292624 h 1346745"/>
              <a:gd name="csX7" fmla="*/ 2623 w 292417"/>
              <a:gd name="csY7" fmla="*/ 1342250 h 1346745"/>
              <a:gd name="csX8" fmla="*/ 76578 w 292417"/>
              <a:gd name="csY8" fmla="*/ 1343798 h 1346745"/>
              <a:gd name="csX9" fmla="*/ 119013 w 292417"/>
              <a:gd name="csY9" fmla="*/ 1343798 h 1346745"/>
              <a:gd name="csX10" fmla="*/ 76147 w 292417"/>
              <a:gd name="csY10" fmla="*/ 1185222 h 1346745"/>
              <a:gd name="csX11" fmla="*/ 81316 w 292417"/>
              <a:gd name="csY11" fmla="*/ 846095 h 1346745"/>
              <a:gd name="csX12" fmla="*/ 134307 w 292417"/>
              <a:gd name="csY12" fmla="*/ 439745 h 1346745"/>
              <a:gd name="csX13" fmla="*/ 199576 w 292417"/>
              <a:gd name="csY13" fmla="*/ 323614 h 1346745"/>
              <a:gd name="csX14" fmla="*/ 200437 w 292417"/>
              <a:gd name="csY14" fmla="*/ 322968 h 1346745"/>
              <a:gd name="csX15" fmla="*/ 292417 w 292417"/>
              <a:gd name="csY15" fmla="*/ 288495 h 1346745"/>
              <a:gd name="csX16" fmla="*/ 136892 w 292417"/>
              <a:gd name="csY16" fmla="*/ 368860 h 1346745"/>
              <a:gd name="csX17" fmla="*/ 136677 w 292417"/>
              <a:gd name="csY17" fmla="*/ 368860 h 1346745"/>
              <a:gd name="csX0" fmla="*/ 137716 w 293456"/>
              <a:gd name="csY0" fmla="*/ 368860 h 1346745"/>
              <a:gd name="csX1" fmla="*/ 137285 w 293456"/>
              <a:gd name="csY1" fmla="*/ 332017 h 1346745"/>
              <a:gd name="csX2" fmla="*/ 54999 w 293456"/>
              <a:gd name="csY2" fmla="*/ 0 h 1346745"/>
              <a:gd name="csX3" fmla="*/ 120268 w 293456"/>
              <a:gd name="csY3" fmla="*/ 460644 h 1346745"/>
              <a:gd name="csX4" fmla="*/ 57799 w 293456"/>
              <a:gd name="csY4" fmla="*/ 842648 h 1346745"/>
              <a:gd name="csX5" fmla="*/ 11209 w 293456"/>
              <a:gd name="csY5" fmla="*/ 1210054 h 1346745"/>
              <a:gd name="csX6" fmla="*/ 6747 w 293456"/>
              <a:gd name="csY6" fmla="*/ 1301319 h 1346745"/>
              <a:gd name="csX7" fmla="*/ 3662 w 293456"/>
              <a:gd name="csY7" fmla="*/ 1342250 h 1346745"/>
              <a:gd name="csX8" fmla="*/ 77617 w 293456"/>
              <a:gd name="csY8" fmla="*/ 1343798 h 1346745"/>
              <a:gd name="csX9" fmla="*/ 120052 w 293456"/>
              <a:gd name="csY9" fmla="*/ 1343798 h 1346745"/>
              <a:gd name="csX10" fmla="*/ 77186 w 293456"/>
              <a:gd name="csY10" fmla="*/ 1185222 h 1346745"/>
              <a:gd name="csX11" fmla="*/ 82355 w 293456"/>
              <a:gd name="csY11" fmla="*/ 846095 h 1346745"/>
              <a:gd name="csX12" fmla="*/ 135346 w 293456"/>
              <a:gd name="csY12" fmla="*/ 439745 h 1346745"/>
              <a:gd name="csX13" fmla="*/ 200615 w 293456"/>
              <a:gd name="csY13" fmla="*/ 323614 h 1346745"/>
              <a:gd name="csX14" fmla="*/ 201476 w 293456"/>
              <a:gd name="csY14" fmla="*/ 322968 h 1346745"/>
              <a:gd name="csX15" fmla="*/ 293456 w 293456"/>
              <a:gd name="csY15" fmla="*/ 288495 h 1346745"/>
              <a:gd name="csX16" fmla="*/ 137931 w 293456"/>
              <a:gd name="csY16" fmla="*/ 368860 h 1346745"/>
              <a:gd name="csX17" fmla="*/ 137716 w 293456"/>
              <a:gd name="csY17" fmla="*/ 368860 h 1346745"/>
              <a:gd name="csX0" fmla="*/ 137716 w 293456"/>
              <a:gd name="csY0" fmla="*/ 80365 h 1058250"/>
              <a:gd name="csX1" fmla="*/ 137285 w 293456"/>
              <a:gd name="csY1" fmla="*/ 43522 h 1058250"/>
              <a:gd name="csX2" fmla="*/ 120268 w 293456"/>
              <a:gd name="csY2" fmla="*/ 172149 h 1058250"/>
              <a:gd name="csX3" fmla="*/ 57799 w 293456"/>
              <a:gd name="csY3" fmla="*/ 554153 h 1058250"/>
              <a:gd name="csX4" fmla="*/ 11209 w 293456"/>
              <a:gd name="csY4" fmla="*/ 921559 h 1058250"/>
              <a:gd name="csX5" fmla="*/ 6747 w 293456"/>
              <a:gd name="csY5" fmla="*/ 1012824 h 1058250"/>
              <a:gd name="csX6" fmla="*/ 3662 w 293456"/>
              <a:gd name="csY6" fmla="*/ 1053755 h 1058250"/>
              <a:gd name="csX7" fmla="*/ 77617 w 293456"/>
              <a:gd name="csY7" fmla="*/ 1055303 h 1058250"/>
              <a:gd name="csX8" fmla="*/ 120052 w 293456"/>
              <a:gd name="csY8" fmla="*/ 1055303 h 1058250"/>
              <a:gd name="csX9" fmla="*/ 77186 w 293456"/>
              <a:gd name="csY9" fmla="*/ 896727 h 1058250"/>
              <a:gd name="csX10" fmla="*/ 82355 w 293456"/>
              <a:gd name="csY10" fmla="*/ 557600 h 1058250"/>
              <a:gd name="csX11" fmla="*/ 135346 w 293456"/>
              <a:gd name="csY11" fmla="*/ 151250 h 1058250"/>
              <a:gd name="csX12" fmla="*/ 200615 w 293456"/>
              <a:gd name="csY12" fmla="*/ 35119 h 1058250"/>
              <a:gd name="csX13" fmla="*/ 201476 w 293456"/>
              <a:gd name="csY13" fmla="*/ 34473 h 1058250"/>
              <a:gd name="csX14" fmla="*/ 293456 w 293456"/>
              <a:gd name="csY14" fmla="*/ 0 h 1058250"/>
              <a:gd name="csX15" fmla="*/ 137931 w 293456"/>
              <a:gd name="csY15" fmla="*/ 80365 h 1058250"/>
              <a:gd name="csX16" fmla="*/ 137716 w 293456"/>
              <a:gd name="csY16" fmla="*/ 80365 h 1058250"/>
              <a:gd name="csX0" fmla="*/ 137716 w 294424"/>
              <a:gd name="csY0" fmla="*/ 82135 h 1060020"/>
              <a:gd name="csX1" fmla="*/ 137285 w 294424"/>
              <a:gd name="csY1" fmla="*/ 45292 h 1060020"/>
              <a:gd name="csX2" fmla="*/ 120268 w 294424"/>
              <a:gd name="csY2" fmla="*/ 173919 h 1060020"/>
              <a:gd name="csX3" fmla="*/ 57799 w 294424"/>
              <a:gd name="csY3" fmla="*/ 555923 h 1060020"/>
              <a:gd name="csX4" fmla="*/ 11209 w 294424"/>
              <a:gd name="csY4" fmla="*/ 923329 h 1060020"/>
              <a:gd name="csX5" fmla="*/ 6747 w 294424"/>
              <a:gd name="csY5" fmla="*/ 1014594 h 1060020"/>
              <a:gd name="csX6" fmla="*/ 3662 w 294424"/>
              <a:gd name="csY6" fmla="*/ 1055525 h 1060020"/>
              <a:gd name="csX7" fmla="*/ 77617 w 294424"/>
              <a:gd name="csY7" fmla="*/ 1057073 h 1060020"/>
              <a:gd name="csX8" fmla="*/ 120052 w 294424"/>
              <a:gd name="csY8" fmla="*/ 1057073 h 1060020"/>
              <a:gd name="csX9" fmla="*/ 77186 w 294424"/>
              <a:gd name="csY9" fmla="*/ 898497 h 1060020"/>
              <a:gd name="csX10" fmla="*/ 82355 w 294424"/>
              <a:gd name="csY10" fmla="*/ 559370 h 1060020"/>
              <a:gd name="csX11" fmla="*/ 135346 w 294424"/>
              <a:gd name="csY11" fmla="*/ 153020 h 1060020"/>
              <a:gd name="csX12" fmla="*/ 200615 w 294424"/>
              <a:gd name="csY12" fmla="*/ 36889 h 1060020"/>
              <a:gd name="csX13" fmla="*/ 293456 w 294424"/>
              <a:gd name="csY13" fmla="*/ 1770 h 1060020"/>
              <a:gd name="csX14" fmla="*/ 137931 w 294424"/>
              <a:gd name="csY14" fmla="*/ 82135 h 1060020"/>
              <a:gd name="csX15" fmla="*/ 137716 w 294424"/>
              <a:gd name="csY15" fmla="*/ 82135 h 1060020"/>
              <a:gd name="csX0" fmla="*/ 137716 w 200617"/>
              <a:gd name="csY0" fmla="*/ 47059 h 1024944"/>
              <a:gd name="csX1" fmla="*/ 137285 w 200617"/>
              <a:gd name="csY1" fmla="*/ 10216 h 1024944"/>
              <a:gd name="csX2" fmla="*/ 120268 w 200617"/>
              <a:gd name="csY2" fmla="*/ 138843 h 1024944"/>
              <a:gd name="csX3" fmla="*/ 57799 w 200617"/>
              <a:gd name="csY3" fmla="*/ 520847 h 1024944"/>
              <a:gd name="csX4" fmla="*/ 11209 w 200617"/>
              <a:gd name="csY4" fmla="*/ 888253 h 1024944"/>
              <a:gd name="csX5" fmla="*/ 6747 w 200617"/>
              <a:gd name="csY5" fmla="*/ 979518 h 1024944"/>
              <a:gd name="csX6" fmla="*/ 3662 w 200617"/>
              <a:gd name="csY6" fmla="*/ 1020449 h 1024944"/>
              <a:gd name="csX7" fmla="*/ 77617 w 200617"/>
              <a:gd name="csY7" fmla="*/ 1021997 h 1024944"/>
              <a:gd name="csX8" fmla="*/ 120052 w 200617"/>
              <a:gd name="csY8" fmla="*/ 1021997 h 1024944"/>
              <a:gd name="csX9" fmla="*/ 77186 w 200617"/>
              <a:gd name="csY9" fmla="*/ 863421 h 1024944"/>
              <a:gd name="csX10" fmla="*/ 82355 w 200617"/>
              <a:gd name="csY10" fmla="*/ 524294 h 1024944"/>
              <a:gd name="csX11" fmla="*/ 135346 w 200617"/>
              <a:gd name="csY11" fmla="*/ 117944 h 1024944"/>
              <a:gd name="csX12" fmla="*/ 200615 w 200617"/>
              <a:gd name="csY12" fmla="*/ 1813 h 1024944"/>
              <a:gd name="csX13" fmla="*/ 137931 w 200617"/>
              <a:gd name="csY13" fmla="*/ 47059 h 1024944"/>
              <a:gd name="csX14" fmla="*/ 137716 w 200617"/>
              <a:gd name="csY14" fmla="*/ 47059 h 1024944"/>
              <a:gd name="csX0" fmla="*/ 137716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13" fmla="*/ 137716 w 140143"/>
              <a:gd name="csY13" fmla="*/ 36843 h 1014728"/>
              <a:gd name="csX0" fmla="*/ 137931 w 140143"/>
              <a:gd name="csY0" fmla="*/ 36843 h 1014728"/>
              <a:gd name="csX1" fmla="*/ 137285 w 140143"/>
              <a:gd name="csY1" fmla="*/ 0 h 1014728"/>
              <a:gd name="csX2" fmla="*/ 120268 w 140143"/>
              <a:gd name="csY2" fmla="*/ 128627 h 1014728"/>
              <a:gd name="csX3" fmla="*/ 57799 w 140143"/>
              <a:gd name="csY3" fmla="*/ 510631 h 1014728"/>
              <a:gd name="csX4" fmla="*/ 11209 w 140143"/>
              <a:gd name="csY4" fmla="*/ 878037 h 1014728"/>
              <a:gd name="csX5" fmla="*/ 6747 w 140143"/>
              <a:gd name="csY5" fmla="*/ 969302 h 1014728"/>
              <a:gd name="csX6" fmla="*/ 3662 w 140143"/>
              <a:gd name="csY6" fmla="*/ 1010233 h 1014728"/>
              <a:gd name="csX7" fmla="*/ 77617 w 140143"/>
              <a:gd name="csY7" fmla="*/ 1011781 h 1014728"/>
              <a:gd name="csX8" fmla="*/ 120052 w 140143"/>
              <a:gd name="csY8" fmla="*/ 1011781 h 1014728"/>
              <a:gd name="csX9" fmla="*/ 77186 w 140143"/>
              <a:gd name="csY9" fmla="*/ 853205 h 1014728"/>
              <a:gd name="csX10" fmla="*/ 82355 w 140143"/>
              <a:gd name="csY10" fmla="*/ 514078 h 1014728"/>
              <a:gd name="csX11" fmla="*/ 135346 w 140143"/>
              <a:gd name="csY11" fmla="*/ 107728 h 1014728"/>
              <a:gd name="csX12" fmla="*/ 137931 w 140143"/>
              <a:gd name="csY12" fmla="*/ 36843 h 1014728"/>
              <a:gd name="csX0" fmla="*/ 135346 w 140749"/>
              <a:gd name="csY0" fmla="*/ 108035 h 1015035"/>
              <a:gd name="csX1" fmla="*/ 137285 w 140749"/>
              <a:gd name="csY1" fmla="*/ 307 h 1015035"/>
              <a:gd name="csX2" fmla="*/ 120268 w 140749"/>
              <a:gd name="csY2" fmla="*/ 128934 h 1015035"/>
              <a:gd name="csX3" fmla="*/ 57799 w 140749"/>
              <a:gd name="csY3" fmla="*/ 510938 h 1015035"/>
              <a:gd name="csX4" fmla="*/ 11209 w 140749"/>
              <a:gd name="csY4" fmla="*/ 878344 h 1015035"/>
              <a:gd name="csX5" fmla="*/ 6747 w 140749"/>
              <a:gd name="csY5" fmla="*/ 969609 h 1015035"/>
              <a:gd name="csX6" fmla="*/ 3662 w 140749"/>
              <a:gd name="csY6" fmla="*/ 1010540 h 1015035"/>
              <a:gd name="csX7" fmla="*/ 77617 w 140749"/>
              <a:gd name="csY7" fmla="*/ 1012088 h 1015035"/>
              <a:gd name="csX8" fmla="*/ 120052 w 140749"/>
              <a:gd name="csY8" fmla="*/ 1012088 h 1015035"/>
              <a:gd name="csX9" fmla="*/ 77186 w 140749"/>
              <a:gd name="csY9" fmla="*/ 853512 h 1015035"/>
              <a:gd name="csX10" fmla="*/ 82355 w 140749"/>
              <a:gd name="csY10" fmla="*/ 514385 h 1015035"/>
              <a:gd name="csX11" fmla="*/ 135346 w 140749"/>
              <a:gd name="csY11" fmla="*/ 108035 h 1015035"/>
              <a:gd name="csX0" fmla="*/ 135346 w 137484"/>
              <a:gd name="csY0" fmla="*/ 39889 h 946889"/>
              <a:gd name="csX1" fmla="*/ 120268 w 137484"/>
              <a:gd name="csY1" fmla="*/ 60788 h 946889"/>
              <a:gd name="csX2" fmla="*/ 57799 w 137484"/>
              <a:gd name="csY2" fmla="*/ 442792 h 946889"/>
              <a:gd name="csX3" fmla="*/ 11209 w 137484"/>
              <a:gd name="csY3" fmla="*/ 810198 h 946889"/>
              <a:gd name="csX4" fmla="*/ 6747 w 137484"/>
              <a:gd name="csY4" fmla="*/ 901463 h 946889"/>
              <a:gd name="csX5" fmla="*/ 3662 w 137484"/>
              <a:gd name="csY5" fmla="*/ 942394 h 946889"/>
              <a:gd name="csX6" fmla="*/ 77617 w 137484"/>
              <a:gd name="csY6" fmla="*/ 943942 h 946889"/>
              <a:gd name="csX7" fmla="*/ 120052 w 137484"/>
              <a:gd name="csY7" fmla="*/ 943942 h 946889"/>
              <a:gd name="csX8" fmla="*/ 77186 w 137484"/>
              <a:gd name="csY8" fmla="*/ 785366 h 946889"/>
              <a:gd name="csX9" fmla="*/ 82355 w 137484"/>
              <a:gd name="csY9" fmla="*/ 446239 h 946889"/>
              <a:gd name="csX10" fmla="*/ 135346 w 137484"/>
              <a:gd name="csY10" fmla="*/ 39889 h 946889"/>
              <a:gd name="csX0" fmla="*/ 135346 w 135346"/>
              <a:gd name="csY0" fmla="*/ 1 h 907001"/>
              <a:gd name="csX1" fmla="*/ 57799 w 135346"/>
              <a:gd name="csY1" fmla="*/ 402904 h 907001"/>
              <a:gd name="csX2" fmla="*/ 11209 w 135346"/>
              <a:gd name="csY2" fmla="*/ 770310 h 907001"/>
              <a:gd name="csX3" fmla="*/ 6747 w 135346"/>
              <a:gd name="csY3" fmla="*/ 861575 h 907001"/>
              <a:gd name="csX4" fmla="*/ 3662 w 135346"/>
              <a:gd name="csY4" fmla="*/ 902506 h 907001"/>
              <a:gd name="csX5" fmla="*/ 77617 w 135346"/>
              <a:gd name="csY5" fmla="*/ 904054 h 907001"/>
              <a:gd name="csX6" fmla="*/ 120052 w 135346"/>
              <a:gd name="csY6" fmla="*/ 904054 h 907001"/>
              <a:gd name="csX7" fmla="*/ 77186 w 135346"/>
              <a:gd name="csY7" fmla="*/ 745478 h 907001"/>
              <a:gd name="csX8" fmla="*/ 82355 w 135346"/>
              <a:gd name="csY8" fmla="*/ 406351 h 907001"/>
              <a:gd name="csX9" fmla="*/ 135346 w 135346"/>
              <a:gd name="csY9" fmla="*/ 1 h 907001"/>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77186 w 120052"/>
              <a:gd name="csY7" fmla="*/ 385096 h 546619"/>
              <a:gd name="csX8" fmla="*/ 82355 w 120052"/>
              <a:gd name="csY8" fmla="*/ 45969 h 546619"/>
              <a:gd name="csX0" fmla="*/ 82355 w 120052"/>
              <a:gd name="csY0" fmla="*/ 45969 h 546619"/>
              <a:gd name="csX1" fmla="*/ 57799 w 120052"/>
              <a:gd name="csY1" fmla="*/ 42522 h 546619"/>
              <a:gd name="csX2" fmla="*/ 11209 w 120052"/>
              <a:gd name="csY2" fmla="*/ 409928 h 546619"/>
              <a:gd name="csX3" fmla="*/ 6747 w 120052"/>
              <a:gd name="csY3" fmla="*/ 501193 h 546619"/>
              <a:gd name="csX4" fmla="*/ 3662 w 120052"/>
              <a:gd name="csY4" fmla="*/ 542124 h 546619"/>
              <a:gd name="csX5" fmla="*/ 77617 w 120052"/>
              <a:gd name="csY5" fmla="*/ 543672 h 546619"/>
              <a:gd name="csX6" fmla="*/ 120052 w 120052"/>
              <a:gd name="csY6" fmla="*/ 543672 h 546619"/>
              <a:gd name="csX7" fmla="*/ 92893 w 120052"/>
              <a:gd name="csY7" fmla="*/ 369397 h 546619"/>
              <a:gd name="csX8" fmla="*/ 82355 w 120052"/>
              <a:gd name="csY8" fmla="*/ 45969 h 546619"/>
              <a:gd name="csX0" fmla="*/ 80784 w 120052"/>
              <a:gd name="csY0" fmla="*/ 199646 h 515831"/>
              <a:gd name="csX1" fmla="*/ 57799 w 120052"/>
              <a:gd name="csY1" fmla="*/ 11734 h 515831"/>
              <a:gd name="csX2" fmla="*/ 11209 w 120052"/>
              <a:gd name="csY2" fmla="*/ 379140 h 515831"/>
              <a:gd name="csX3" fmla="*/ 6747 w 120052"/>
              <a:gd name="csY3" fmla="*/ 470405 h 515831"/>
              <a:gd name="csX4" fmla="*/ 3662 w 120052"/>
              <a:gd name="csY4" fmla="*/ 511336 h 515831"/>
              <a:gd name="csX5" fmla="*/ 77617 w 120052"/>
              <a:gd name="csY5" fmla="*/ 512884 h 515831"/>
              <a:gd name="csX6" fmla="*/ 120052 w 120052"/>
              <a:gd name="csY6" fmla="*/ 512884 h 515831"/>
              <a:gd name="csX7" fmla="*/ 92893 w 120052"/>
              <a:gd name="csY7" fmla="*/ 338609 h 515831"/>
              <a:gd name="csX8" fmla="*/ 80784 w 120052"/>
              <a:gd name="csY8" fmla="*/ 199646 h 515831"/>
              <a:gd name="csX0" fmla="*/ 80784 w 120052"/>
              <a:gd name="csY0" fmla="*/ 48110 h 364295"/>
              <a:gd name="csX1" fmla="*/ 27956 w 120052"/>
              <a:gd name="csY1" fmla="*/ 40738 h 364295"/>
              <a:gd name="csX2" fmla="*/ 11209 w 120052"/>
              <a:gd name="csY2" fmla="*/ 227604 h 364295"/>
              <a:gd name="csX3" fmla="*/ 6747 w 120052"/>
              <a:gd name="csY3" fmla="*/ 318869 h 364295"/>
              <a:gd name="csX4" fmla="*/ 3662 w 120052"/>
              <a:gd name="csY4" fmla="*/ 359800 h 364295"/>
              <a:gd name="csX5" fmla="*/ 77617 w 120052"/>
              <a:gd name="csY5" fmla="*/ 361348 h 364295"/>
              <a:gd name="csX6" fmla="*/ 120052 w 120052"/>
              <a:gd name="csY6" fmla="*/ 361348 h 364295"/>
              <a:gd name="csX7" fmla="*/ 92893 w 120052"/>
              <a:gd name="csY7" fmla="*/ 187073 h 364295"/>
              <a:gd name="csX8" fmla="*/ 80784 w 120052"/>
              <a:gd name="csY8" fmla="*/ 48110 h 364295"/>
              <a:gd name="csX0" fmla="*/ 92893 w 120052"/>
              <a:gd name="csY0" fmla="*/ 146662 h 323884"/>
              <a:gd name="csX1" fmla="*/ 27956 w 120052"/>
              <a:gd name="csY1" fmla="*/ 327 h 323884"/>
              <a:gd name="csX2" fmla="*/ 11209 w 120052"/>
              <a:gd name="csY2" fmla="*/ 187193 h 323884"/>
              <a:gd name="csX3" fmla="*/ 6747 w 120052"/>
              <a:gd name="csY3" fmla="*/ 278458 h 323884"/>
              <a:gd name="csX4" fmla="*/ 3662 w 120052"/>
              <a:gd name="csY4" fmla="*/ 319389 h 323884"/>
              <a:gd name="csX5" fmla="*/ 77617 w 120052"/>
              <a:gd name="csY5" fmla="*/ 320937 h 323884"/>
              <a:gd name="csX6" fmla="*/ 120052 w 120052"/>
              <a:gd name="csY6" fmla="*/ 320937 h 323884"/>
              <a:gd name="csX7" fmla="*/ 92893 w 120052"/>
              <a:gd name="csY7" fmla="*/ 146662 h 323884"/>
              <a:gd name="csX0" fmla="*/ 92893 w 120052"/>
              <a:gd name="csY0" fmla="*/ 150479 h 327701"/>
              <a:gd name="csX1" fmla="*/ 72647 w 120052"/>
              <a:gd name="csY1" fmla="*/ 59128 h 327701"/>
              <a:gd name="csX2" fmla="*/ 27956 w 120052"/>
              <a:gd name="csY2" fmla="*/ 4144 h 327701"/>
              <a:gd name="csX3" fmla="*/ 11209 w 120052"/>
              <a:gd name="csY3" fmla="*/ 191010 h 327701"/>
              <a:gd name="csX4" fmla="*/ 6747 w 120052"/>
              <a:gd name="csY4" fmla="*/ 282275 h 327701"/>
              <a:gd name="csX5" fmla="*/ 3662 w 120052"/>
              <a:gd name="csY5" fmla="*/ 323206 h 327701"/>
              <a:gd name="csX6" fmla="*/ 77617 w 120052"/>
              <a:gd name="csY6" fmla="*/ 324754 h 327701"/>
              <a:gd name="csX7" fmla="*/ 120052 w 120052"/>
              <a:gd name="csY7" fmla="*/ 324754 h 327701"/>
              <a:gd name="csX8" fmla="*/ 92893 w 120052"/>
              <a:gd name="csY8" fmla="*/ 150479 h 327701"/>
              <a:gd name="csX0" fmla="*/ 92893 w 120052"/>
              <a:gd name="csY0" fmla="*/ 150066 h 327288"/>
              <a:gd name="csX1" fmla="*/ 94048 w 120052"/>
              <a:gd name="csY1" fmla="*/ 104468 h 327288"/>
              <a:gd name="csX2" fmla="*/ 72647 w 120052"/>
              <a:gd name="csY2" fmla="*/ 58715 h 327288"/>
              <a:gd name="csX3" fmla="*/ 27956 w 120052"/>
              <a:gd name="csY3" fmla="*/ 3731 h 327288"/>
              <a:gd name="csX4" fmla="*/ 11209 w 120052"/>
              <a:gd name="csY4" fmla="*/ 190597 h 327288"/>
              <a:gd name="csX5" fmla="*/ 6747 w 120052"/>
              <a:gd name="csY5" fmla="*/ 281862 h 327288"/>
              <a:gd name="csX6" fmla="*/ 3662 w 120052"/>
              <a:gd name="csY6" fmla="*/ 322793 h 327288"/>
              <a:gd name="csX7" fmla="*/ 77617 w 120052"/>
              <a:gd name="csY7" fmla="*/ 324341 h 327288"/>
              <a:gd name="csX8" fmla="*/ 120052 w 120052"/>
              <a:gd name="csY8" fmla="*/ 324341 h 327288"/>
              <a:gd name="csX9" fmla="*/ 92893 w 120052"/>
              <a:gd name="csY9" fmla="*/ 150066 h 327288"/>
              <a:gd name="csX0" fmla="*/ 92893 w 104184"/>
              <a:gd name="csY0" fmla="*/ 150066 h 327288"/>
              <a:gd name="csX1" fmla="*/ 94048 w 104184"/>
              <a:gd name="csY1" fmla="*/ 104468 h 327288"/>
              <a:gd name="csX2" fmla="*/ 72647 w 104184"/>
              <a:gd name="csY2" fmla="*/ 58715 h 327288"/>
              <a:gd name="csX3" fmla="*/ 27956 w 104184"/>
              <a:gd name="csY3" fmla="*/ 3731 h 327288"/>
              <a:gd name="csX4" fmla="*/ 11209 w 104184"/>
              <a:gd name="csY4" fmla="*/ 190597 h 327288"/>
              <a:gd name="csX5" fmla="*/ 6747 w 104184"/>
              <a:gd name="csY5" fmla="*/ 281862 h 327288"/>
              <a:gd name="csX6" fmla="*/ 3662 w 104184"/>
              <a:gd name="csY6" fmla="*/ 322793 h 327288"/>
              <a:gd name="csX7" fmla="*/ 77617 w 104184"/>
              <a:gd name="csY7" fmla="*/ 324341 h 327288"/>
              <a:gd name="csX8" fmla="*/ 104184 w 104184"/>
              <a:gd name="csY8" fmla="*/ 324341 h 327288"/>
              <a:gd name="csX9" fmla="*/ 92893 w 104184"/>
              <a:gd name="csY9" fmla="*/ 150066 h 327288"/>
              <a:gd name="csX0" fmla="*/ 92893 w 104184"/>
              <a:gd name="csY0" fmla="*/ 198834 h 376056"/>
              <a:gd name="csX1" fmla="*/ 94048 w 104184"/>
              <a:gd name="csY1" fmla="*/ 153236 h 376056"/>
              <a:gd name="csX2" fmla="*/ 72647 w 104184"/>
              <a:gd name="csY2" fmla="*/ 107483 h 376056"/>
              <a:gd name="csX3" fmla="*/ 58346 w 104184"/>
              <a:gd name="csY3" fmla="*/ 1597 h 376056"/>
              <a:gd name="csX4" fmla="*/ 27956 w 104184"/>
              <a:gd name="csY4" fmla="*/ 52499 h 376056"/>
              <a:gd name="csX5" fmla="*/ 11209 w 104184"/>
              <a:gd name="csY5" fmla="*/ 239365 h 376056"/>
              <a:gd name="csX6" fmla="*/ 6747 w 104184"/>
              <a:gd name="csY6" fmla="*/ 330630 h 376056"/>
              <a:gd name="csX7" fmla="*/ 3662 w 104184"/>
              <a:gd name="csY7" fmla="*/ 371561 h 376056"/>
              <a:gd name="csX8" fmla="*/ 77617 w 104184"/>
              <a:gd name="csY8" fmla="*/ 373109 h 376056"/>
              <a:gd name="csX9" fmla="*/ 104184 w 104184"/>
              <a:gd name="csY9" fmla="*/ 373109 h 376056"/>
              <a:gd name="csX10" fmla="*/ 92893 w 104184"/>
              <a:gd name="csY10" fmla="*/ 198834 h 376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4184" h="376056">
                <a:moveTo>
                  <a:pt x="92893" y="198834"/>
                </a:moveTo>
                <a:cubicBezTo>
                  <a:pt x="86576" y="162189"/>
                  <a:pt x="97422" y="168461"/>
                  <a:pt x="94048" y="153236"/>
                </a:cubicBezTo>
                <a:cubicBezTo>
                  <a:pt x="90674" y="138011"/>
                  <a:pt x="79258" y="121172"/>
                  <a:pt x="72647" y="107483"/>
                </a:cubicBezTo>
                <a:cubicBezTo>
                  <a:pt x="66036" y="93794"/>
                  <a:pt x="65795" y="10761"/>
                  <a:pt x="58346" y="1597"/>
                </a:cubicBezTo>
                <a:cubicBezTo>
                  <a:pt x="50898" y="-7567"/>
                  <a:pt x="35151" y="24454"/>
                  <a:pt x="27956" y="52499"/>
                </a:cubicBezTo>
                <a:cubicBezTo>
                  <a:pt x="10293" y="163027"/>
                  <a:pt x="-638" y="127544"/>
                  <a:pt x="11209" y="239365"/>
                </a:cubicBezTo>
                <a:cubicBezTo>
                  <a:pt x="6686" y="303129"/>
                  <a:pt x="3144" y="317690"/>
                  <a:pt x="6747" y="330630"/>
                </a:cubicBezTo>
                <a:cubicBezTo>
                  <a:pt x="8388" y="351576"/>
                  <a:pt x="-6700" y="363032"/>
                  <a:pt x="3662" y="371561"/>
                </a:cubicBezTo>
                <a:cubicBezTo>
                  <a:pt x="7539" y="385458"/>
                  <a:pt x="66552" y="361620"/>
                  <a:pt x="77617" y="373109"/>
                </a:cubicBezTo>
                <a:lnTo>
                  <a:pt x="104184" y="373109"/>
                </a:lnTo>
                <a:cubicBezTo>
                  <a:pt x="83289" y="322261"/>
                  <a:pt x="101078" y="253129"/>
                  <a:pt x="92893" y="198834"/>
                </a:cubicBezTo>
                <a:close/>
              </a:path>
            </a:pathLst>
          </a:custGeom>
          <a:gradFill flip="none" rotWithShape="1">
            <a:gsLst>
              <a:gs pos="0">
                <a:srgbClr val="680000"/>
              </a:gs>
              <a:gs pos="10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1" name="Freeform 25">
            <a:extLst>
              <a:ext uri="{FF2B5EF4-FFF2-40B4-BE49-F238E27FC236}">
                <a16:creationId xmlns:a16="http://schemas.microsoft.com/office/drawing/2014/main" id="{ABF7D5A4-A26D-5EDA-86F8-CEC21444DDCB}"/>
              </a:ext>
            </a:extLst>
          </p:cNvPr>
          <p:cNvSpPr/>
          <p:nvPr/>
        </p:nvSpPr>
        <p:spPr>
          <a:xfrm rot="19671096">
            <a:off x="171655" y="-157120"/>
            <a:ext cx="519385" cy="794841"/>
          </a:xfrm>
          <a:custGeom>
            <a:avLst/>
            <a:gdLst>
              <a:gd name="connsiteX0" fmla="*/ 88224 w 190560"/>
              <a:gd name="connsiteY0" fmla="*/ 30361 h 253564"/>
              <a:gd name="connsiteX1" fmla="*/ 19724 w 190560"/>
              <a:gd name="connsiteY1" fmla="*/ 412 h 253564"/>
              <a:gd name="connsiteX2" fmla="*/ 9816 w 190560"/>
              <a:gd name="connsiteY2" fmla="*/ 11401 h 253564"/>
              <a:gd name="connsiteX3" fmla="*/ 13047 w 190560"/>
              <a:gd name="connsiteY3" fmla="*/ 212421 h 253564"/>
              <a:gd name="connsiteX4" fmla="*/ 169433 w 190560"/>
              <a:gd name="connsiteY4" fmla="*/ 216299 h 253564"/>
              <a:gd name="connsiteX5" fmla="*/ 157371 w 190560"/>
              <a:gd name="connsiteY5" fmla="*/ 84656 h 253564"/>
              <a:gd name="connsiteX6" fmla="*/ 151339 w 190560"/>
              <a:gd name="connsiteY6" fmla="*/ 77761 h 253564"/>
              <a:gd name="connsiteX7" fmla="*/ 88224 w 190560"/>
              <a:gd name="connsiteY7" fmla="*/ 30361 h 253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60" h="253564">
                <a:moveTo>
                  <a:pt x="88224" y="30361"/>
                </a:moveTo>
                <a:cubicBezTo>
                  <a:pt x="69699" y="21742"/>
                  <a:pt x="50097" y="10108"/>
                  <a:pt x="19724" y="412"/>
                </a:cubicBezTo>
                <a:cubicBezTo>
                  <a:pt x="13047" y="-1742"/>
                  <a:pt x="7015" y="4937"/>
                  <a:pt x="9816" y="11401"/>
                </a:cubicBezTo>
                <a:cubicBezTo>
                  <a:pt x="45789" y="95429"/>
                  <a:pt x="-28527" y="143475"/>
                  <a:pt x="13047" y="212421"/>
                </a:cubicBezTo>
                <a:cubicBezTo>
                  <a:pt x="48374" y="270809"/>
                  <a:pt x="127428" y="262407"/>
                  <a:pt x="169433" y="216299"/>
                </a:cubicBezTo>
                <a:cubicBezTo>
                  <a:pt x="206915" y="175147"/>
                  <a:pt x="189251" y="122576"/>
                  <a:pt x="157371" y="84656"/>
                </a:cubicBezTo>
                <a:cubicBezTo>
                  <a:pt x="155432" y="82285"/>
                  <a:pt x="153277" y="79916"/>
                  <a:pt x="151339" y="77761"/>
                </a:cubicBezTo>
                <a:cubicBezTo>
                  <a:pt x="133676" y="58585"/>
                  <a:pt x="111919" y="41565"/>
                  <a:pt x="88224" y="30361"/>
                </a:cubicBezTo>
                <a:close/>
              </a:path>
            </a:pathLst>
          </a:custGeom>
          <a:gradFill flip="none" rotWithShape="1">
            <a:gsLst>
              <a:gs pos="0">
                <a:srgbClr val="00B050"/>
              </a:gs>
              <a:gs pos="50000">
                <a:srgbClr val="92D050">
                  <a:shade val="67500"/>
                  <a:satMod val="115000"/>
                </a:srgbClr>
              </a:gs>
              <a:gs pos="100000">
                <a:srgbClr val="92D050">
                  <a:shade val="100000"/>
                  <a:satMod val="115000"/>
                </a:srgbClr>
              </a:gs>
            </a:gsLst>
            <a:lin ang="0" scaled="1"/>
            <a:tileRect/>
          </a:gradFill>
          <a:ln w="2153" cap="flat">
            <a:noFill/>
            <a:prstDash val="solid"/>
            <a:miter/>
          </a:ln>
        </p:spPr>
        <p:txBody>
          <a:bodyPr rtlCol="0" anchor="ctr"/>
          <a:lstStyle/>
          <a:p>
            <a:pPr>
              <a:lnSpc>
                <a:spcPts val="1500"/>
              </a:lnSpc>
            </a:pPr>
            <a:endParaRPr lang="en-US"/>
          </a:p>
        </p:txBody>
      </p:sp>
      <p:sp>
        <p:nvSpPr>
          <p:cNvPr id="32" name="Arc 31">
            <a:extLst>
              <a:ext uri="{FF2B5EF4-FFF2-40B4-BE49-F238E27FC236}">
                <a16:creationId xmlns:a16="http://schemas.microsoft.com/office/drawing/2014/main" id="{17E3C981-4F03-0E05-8B94-C4D137BD5205}"/>
              </a:ext>
            </a:extLst>
          </p:cNvPr>
          <p:cNvSpPr/>
          <p:nvPr/>
        </p:nvSpPr>
        <p:spPr>
          <a:xfrm rot="20828105">
            <a:off x="277028" y="164696"/>
            <a:ext cx="663813" cy="2177506"/>
          </a:xfrm>
          <a:prstGeom prst="arc">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33" name="Freeform: Shape 32">
            <a:extLst>
              <a:ext uri="{FF2B5EF4-FFF2-40B4-BE49-F238E27FC236}">
                <a16:creationId xmlns:a16="http://schemas.microsoft.com/office/drawing/2014/main" id="{12CCD744-419F-A2E6-78A9-BD0D2B4CE048}"/>
              </a:ext>
            </a:extLst>
          </p:cNvPr>
          <p:cNvSpPr/>
          <p:nvPr/>
        </p:nvSpPr>
        <p:spPr>
          <a:xfrm>
            <a:off x="893852" y="328774"/>
            <a:ext cx="1263721" cy="1387011"/>
          </a:xfrm>
          <a:custGeom>
            <a:avLst/>
            <a:gdLst>
              <a:gd name="csX0" fmla="*/ 0 w 1263721"/>
              <a:gd name="csY0" fmla="*/ 1387011 h 1387011"/>
              <a:gd name="csX1" fmla="*/ 297950 w 1263721"/>
              <a:gd name="csY1" fmla="*/ 852755 h 1387011"/>
              <a:gd name="csX2" fmla="*/ 421240 w 1263721"/>
              <a:gd name="csY2" fmla="*/ 462337 h 1387011"/>
              <a:gd name="csX3" fmla="*/ 914400 w 1263721"/>
              <a:gd name="csY3" fmla="*/ 287676 h 1387011"/>
              <a:gd name="csX4" fmla="*/ 1068512 w 1263721"/>
              <a:gd name="csY4" fmla="*/ 102741 h 1387011"/>
              <a:gd name="csX5" fmla="*/ 1263721 w 1263721"/>
              <a:gd name="csY5" fmla="*/ 0 h 1387011"/>
              <a:gd name="csX6" fmla="*/ 1263721 w 1263721"/>
              <a:gd name="csY6" fmla="*/ 0 h 13870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63721" h="1387011">
                <a:moveTo>
                  <a:pt x="0" y="1387011"/>
                </a:moveTo>
                <a:cubicBezTo>
                  <a:pt x="113871" y="1196939"/>
                  <a:pt x="227743" y="1006867"/>
                  <a:pt x="297950" y="852755"/>
                </a:cubicBezTo>
                <a:cubicBezTo>
                  <a:pt x="368157" y="698643"/>
                  <a:pt x="318498" y="556517"/>
                  <a:pt x="421240" y="462337"/>
                </a:cubicBezTo>
                <a:cubicBezTo>
                  <a:pt x="523982" y="368157"/>
                  <a:pt x="806521" y="347609"/>
                  <a:pt x="914400" y="287676"/>
                </a:cubicBezTo>
                <a:cubicBezTo>
                  <a:pt x="1022279" y="227743"/>
                  <a:pt x="1010292" y="150687"/>
                  <a:pt x="1068512" y="102741"/>
                </a:cubicBezTo>
                <a:cubicBezTo>
                  <a:pt x="1126732" y="54795"/>
                  <a:pt x="1263721" y="0"/>
                  <a:pt x="1263721" y="0"/>
                </a:cubicBezTo>
                <a:lnTo>
                  <a:pt x="1263721" y="0"/>
                </a:lnTo>
              </a:path>
            </a:pathLst>
          </a:cu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34" name="Freeform: Shape 33">
            <a:extLst>
              <a:ext uri="{FF2B5EF4-FFF2-40B4-BE49-F238E27FC236}">
                <a16:creationId xmlns:a16="http://schemas.microsoft.com/office/drawing/2014/main" id="{FC62E022-834B-C3A5-128E-4EE38563D68D}"/>
              </a:ext>
            </a:extLst>
          </p:cNvPr>
          <p:cNvSpPr/>
          <p:nvPr/>
        </p:nvSpPr>
        <p:spPr>
          <a:xfrm>
            <a:off x="1190624" y="82194"/>
            <a:ext cx="494338" cy="1047964"/>
          </a:xfrm>
          <a:custGeom>
            <a:avLst/>
            <a:gdLst>
              <a:gd name="csX0" fmla="*/ 1178 w 494338"/>
              <a:gd name="csY0" fmla="*/ 1047964 h 1047964"/>
              <a:gd name="csX1" fmla="*/ 42275 w 494338"/>
              <a:gd name="csY1" fmla="*/ 626724 h 1047964"/>
              <a:gd name="csX2" fmla="*/ 278580 w 494338"/>
              <a:gd name="csY2" fmla="*/ 195209 h 1047964"/>
              <a:gd name="csX3" fmla="*/ 494338 w 494338"/>
              <a:gd name="csY3" fmla="*/ 0 h 1047964"/>
              <a:gd name="csX4" fmla="*/ 494338 w 494338"/>
              <a:gd name="csY4" fmla="*/ 0 h 1047964"/>
            </a:gdLst>
            <a:ahLst/>
            <a:cxnLst>
              <a:cxn ang="0">
                <a:pos x="csX0" y="csY0"/>
              </a:cxn>
              <a:cxn ang="0">
                <a:pos x="csX1" y="csY1"/>
              </a:cxn>
              <a:cxn ang="0">
                <a:pos x="csX2" y="csY2"/>
              </a:cxn>
              <a:cxn ang="0">
                <a:pos x="csX3" y="csY3"/>
              </a:cxn>
              <a:cxn ang="0">
                <a:pos x="csX4" y="csY4"/>
              </a:cxn>
            </a:cxnLst>
            <a:rect l="l" t="t" r="r" b="b"/>
            <a:pathLst>
              <a:path w="494338" h="1047964">
                <a:moveTo>
                  <a:pt x="1178" y="1047964"/>
                </a:moveTo>
                <a:cubicBezTo>
                  <a:pt x="-1391" y="908407"/>
                  <a:pt x="-3959" y="768850"/>
                  <a:pt x="42275" y="626724"/>
                </a:cubicBezTo>
                <a:cubicBezTo>
                  <a:pt x="88509" y="484598"/>
                  <a:pt x="203236" y="299663"/>
                  <a:pt x="278580" y="195209"/>
                </a:cubicBezTo>
                <a:cubicBezTo>
                  <a:pt x="353924" y="90755"/>
                  <a:pt x="494338" y="0"/>
                  <a:pt x="494338" y="0"/>
                </a:cubicBezTo>
                <a:lnTo>
                  <a:pt x="494338" y="0"/>
                </a:lnTo>
              </a:path>
            </a:pathLst>
          </a:cu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
        <p:nvSpPr>
          <p:cNvPr id="12" name="Freeform: Shape 11">
            <a:extLst>
              <a:ext uri="{FF2B5EF4-FFF2-40B4-BE49-F238E27FC236}">
                <a16:creationId xmlns:a16="http://schemas.microsoft.com/office/drawing/2014/main" id="{8BB98F82-8446-538D-EA48-2812F02AAC1E}"/>
              </a:ext>
            </a:extLst>
          </p:cNvPr>
          <p:cNvSpPr/>
          <p:nvPr/>
        </p:nvSpPr>
        <p:spPr>
          <a:xfrm>
            <a:off x="0" y="6571489"/>
            <a:ext cx="1981126" cy="65646"/>
          </a:xfrm>
          <a:custGeom>
            <a:avLst/>
            <a:gdLst>
              <a:gd name="csX0" fmla="*/ 0 w 2065106"/>
              <a:gd name="csY0" fmla="*/ 71919 h 143838"/>
              <a:gd name="csX1" fmla="*/ 328773 w 2065106"/>
              <a:gd name="csY1" fmla="*/ 113016 h 143838"/>
              <a:gd name="csX2" fmla="*/ 523982 w 2065106"/>
              <a:gd name="csY2" fmla="*/ 143838 h 143838"/>
              <a:gd name="csX3" fmla="*/ 811658 w 2065106"/>
              <a:gd name="csY3" fmla="*/ 133564 h 143838"/>
              <a:gd name="csX4" fmla="*/ 955497 w 2065106"/>
              <a:gd name="csY4" fmla="*/ 102742 h 143838"/>
              <a:gd name="csX5" fmla="*/ 1089061 w 2065106"/>
              <a:gd name="csY5" fmla="*/ 82193 h 143838"/>
              <a:gd name="csX6" fmla="*/ 1171254 w 2065106"/>
              <a:gd name="csY6" fmla="*/ 51371 h 143838"/>
              <a:gd name="csX7" fmla="*/ 1315092 w 2065106"/>
              <a:gd name="csY7" fmla="*/ 10274 h 143838"/>
              <a:gd name="csX8" fmla="*/ 1345915 w 2065106"/>
              <a:gd name="csY8" fmla="*/ 0 h 143838"/>
              <a:gd name="csX9" fmla="*/ 1469204 w 2065106"/>
              <a:gd name="csY9" fmla="*/ 10274 h 143838"/>
              <a:gd name="csX10" fmla="*/ 1541124 w 2065106"/>
              <a:gd name="csY10" fmla="*/ 41097 h 143838"/>
              <a:gd name="csX11" fmla="*/ 1654139 w 2065106"/>
              <a:gd name="csY11" fmla="*/ 61645 h 143838"/>
              <a:gd name="csX12" fmla="*/ 1736333 w 2065106"/>
              <a:gd name="csY12" fmla="*/ 71919 h 143838"/>
              <a:gd name="csX13" fmla="*/ 2065106 w 2065106"/>
              <a:gd name="csY13" fmla="*/ 71919 h 143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5106" h="143838">
                <a:moveTo>
                  <a:pt x="0" y="71919"/>
                </a:moveTo>
                <a:lnTo>
                  <a:pt x="328773" y="113016"/>
                </a:lnTo>
                <a:cubicBezTo>
                  <a:pt x="394037" y="121974"/>
                  <a:pt x="458166" y="141037"/>
                  <a:pt x="523982" y="143838"/>
                </a:cubicBezTo>
                <a:lnTo>
                  <a:pt x="811658" y="133564"/>
                </a:lnTo>
                <a:cubicBezTo>
                  <a:pt x="859604" y="123290"/>
                  <a:pt x="907282" y="111671"/>
                  <a:pt x="955497" y="102742"/>
                </a:cubicBezTo>
                <a:cubicBezTo>
                  <a:pt x="999789" y="94540"/>
                  <a:pt x="1045241" y="92626"/>
                  <a:pt x="1089061" y="82193"/>
                </a:cubicBezTo>
                <a:cubicBezTo>
                  <a:pt x="1117526" y="75416"/>
                  <a:pt x="1143371" y="60243"/>
                  <a:pt x="1171254" y="51371"/>
                </a:cubicBezTo>
                <a:cubicBezTo>
                  <a:pt x="1218771" y="36252"/>
                  <a:pt x="1267786" y="26042"/>
                  <a:pt x="1315092" y="10274"/>
                </a:cubicBezTo>
                <a:lnTo>
                  <a:pt x="1345915" y="0"/>
                </a:lnTo>
                <a:cubicBezTo>
                  <a:pt x="1387011" y="3425"/>
                  <a:pt x="1428327" y="4824"/>
                  <a:pt x="1469204" y="10274"/>
                </a:cubicBezTo>
                <a:cubicBezTo>
                  <a:pt x="1499132" y="14264"/>
                  <a:pt x="1512154" y="31440"/>
                  <a:pt x="1541124" y="41097"/>
                </a:cubicBezTo>
                <a:cubicBezTo>
                  <a:pt x="1554399" y="45522"/>
                  <a:pt x="1645083" y="60351"/>
                  <a:pt x="1654139" y="61645"/>
                </a:cubicBezTo>
                <a:cubicBezTo>
                  <a:pt x="1681473" y="65550"/>
                  <a:pt x="1708730" y="71229"/>
                  <a:pt x="1736333" y="71919"/>
                </a:cubicBezTo>
                <a:cubicBezTo>
                  <a:pt x="1845890" y="74658"/>
                  <a:pt x="1955515" y="71919"/>
                  <a:pt x="2065106" y="71919"/>
                </a:cubicBezTo>
              </a:path>
            </a:pathLst>
          </a:cu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14">
            <a:extLst>
              <a:ext uri="{FF2B5EF4-FFF2-40B4-BE49-F238E27FC236}">
                <a16:creationId xmlns:a16="http://schemas.microsoft.com/office/drawing/2014/main" id="{C9FB43B5-A7F4-F0DF-F4DD-18AD18AF7B1B}"/>
              </a:ext>
            </a:extLst>
          </p:cNvPr>
          <p:cNvSpPr>
            <a:spLocks noGrp="1"/>
          </p:cNvSpPr>
          <p:nvPr>
            <p:ph type="sldNum" sz="quarter" idx="12"/>
          </p:nvPr>
        </p:nvSpPr>
        <p:spPr/>
        <p:txBody>
          <a:bodyPr/>
          <a:lstStyle/>
          <a:p>
            <a:fld id="{511E72FE-814A-43D7-AA66-638DB960BCF9}" type="slidenum">
              <a:rPr lang="en-US" smtClean="0"/>
              <a:t>20</a:t>
            </a:fld>
            <a:endParaRPr lang="en-US"/>
          </a:p>
        </p:txBody>
      </p:sp>
      <p:sp>
        <p:nvSpPr>
          <p:cNvPr id="17" name="Arrow: Pentagon 16">
            <a:extLst>
              <a:ext uri="{FF2B5EF4-FFF2-40B4-BE49-F238E27FC236}">
                <a16:creationId xmlns:a16="http://schemas.microsoft.com/office/drawing/2014/main" id="{B8C82B7D-73E1-3875-EFE3-A093F7DE8AEE}"/>
              </a:ext>
            </a:extLst>
          </p:cNvPr>
          <p:cNvSpPr/>
          <p:nvPr/>
        </p:nvSpPr>
        <p:spPr>
          <a:xfrm>
            <a:off x="2813349" y="7505"/>
            <a:ext cx="2612924" cy="54967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000">
                <a:latin typeface="Times New Roman" panose="02020603050405020304" pitchFamily="18" charset="0"/>
                <a:cs typeface="Times New Roman" panose="02020603050405020304" pitchFamily="18" charset="0"/>
              </a:rPr>
              <a:t>Results</a:t>
            </a:r>
            <a:endParaRPr lang="en-US" sz="3000"/>
          </a:p>
        </p:txBody>
      </p:sp>
      <p:pic>
        <p:nvPicPr>
          <p:cNvPr id="18" name="Picture 17">
            <a:extLst>
              <a:ext uri="{FF2B5EF4-FFF2-40B4-BE49-F238E27FC236}">
                <a16:creationId xmlns:a16="http://schemas.microsoft.com/office/drawing/2014/main" id="{72318358-793B-821D-7D93-B96709F71F8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049136" y="1159980"/>
            <a:ext cx="4745057" cy="5712678"/>
          </a:xfrm>
          <a:prstGeom prst="rect">
            <a:avLst/>
          </a:prstGeom>
        </p:spPr>
      </p:pic>
    </p:spTree>
    <p:extLst>
      <p:ext uri="{BB962C8B-B14F-4D97-AF65-F5344CB8AC3E}">
        <p14:creationId xmlns:p14="http://schemas.microsoft.com/office/powerpoint/2010/main" val="17760952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5.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856FBBC9E6154B9678DC7C339D5E5A" ma:contentTypeVersion="9" ma:contentTypeDescription="Create a new document." ma:contentTypeScope="" ma:versionID="076c74d0db280bea8d853f4c0e9731eb">
  <xsd:schema xmlns:xsd="http://www.w3.org/2001/XMLSchema" xmlns:xs="http://www.w3.org/2001/XMLSchema" xmlns:p="http://schemas.microsoft.com/office/2006/metadata/properties" xmlns:ns2="9d897330-73e9-4589-809b-784e91220818" targetNamespace="http://schemas.microsoft.com/office/2006/metadata/properties" ma:root="true" ma:fieldsID="701b117153f8f25916cbb1a1f0b3efa7" ns2:_="">
    <xsd:import namespace="9d897330-73e9-4589-809b-784e9122081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BillingMetadata"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897330-73e9-4589-809b-784e912208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6F14D0-6DE0-4CB2-8355-61CEB84973A7}">
  <ds:schemaRefs>
    <ds:schemaRef ds:uri="9d897330-73e9-4589-809b-784e912208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3217F28-6299-4C4C-98E5-99145E09CAEC}">
  <ds:schemaRefs>
    <ds:schemaRef ds:uri="http://schemas.openxmlformats.org/package/2006/metadata/core-properties"/>
    <ds:schemaRef ds:uri="http://purl.org/dc/dcmitype/"/>
    <ds:schemaRef ds:uri="http://purl.org/dc/terms/"/>
    <ds:schemaRef ds:uri="http://www.w3.org/XML/1998/namespace"/>
    <ds:schemaRef ds:uri="http://purl.org/dc/elements/1.1/"/>
    <ds:schemaRef ds:uri="http://schemas.microsoft.com/office/2006/documentManagement/types"/>
    <ds:schemaRef ds:uri="http://schemas.microsoft.com/office/2006/metadata/properties"/>
    <ds:schemaRef ds:uri="http://schemas.microsoft.com/office/infopath/2007/PartnerControls"/>
    <ds:schemaRef ds:uri="9d897330-73e9-4589-809b-784e91220818"/>
  </ds:schemaRefs>
</ds:datastoreItem>
</file>

<file path=customXml/itemProps3.xml><?xml version="1.0" encoding="utf-8"?>
<ds:datastoreItem xmlns:ds="http://schemas.openxmlformats.org/officeDocument/2006/customXml" ds:itemID="{57969176-7EA9-4A6B-88D5-DA6ACA92C4CE}">
  <ds:schemaRefs>
    <ds:schemaRef ds:uri="http://schemas.microsoft.com/sharepoint/v3/contenttype/forms"/>
  </ds:schemaRefs>
</ds:datastoreItem>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emplate>Gallery</Template>
  <TotalTime>773</TotalTime>
  <Words>2102</Words>
  <Application>Microsoft Office PowerPoint</Application>
  <PresentationFormat>Widescreen</PresentationFormat>
  <Paragraphs>291</Paragraphs>
  <Slides>20</Slides>
  <Notes>4</Notes>
  <HiddenSlides>0</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20</vt:i4>
      </vt:variant>
    </vt:vector>
  </HeadingPairs>
  <TitlesOfParts>
    <vt:vector size="35" baseType="lpstr">
      <vt:lpstr>Aptos</vt:lpstr>
      <vt:lpstr>Aptos Display</vt:lpstr>
      <vt:lpstr>Arial</vt:lpstr>
      <vt:lpstr>Cambria Math</vt:lpstr>
      <vt:lpstr>Century Gothic</vt:lpstr>
      <vt:lpstr>Courier New</vt:lpstr>
      <vt:lpstr>Gill Sans MT</vt:lpstr>
      <vt:lpstr>Times New Roman</vt:lpstr>
      <vt:lpstr>Wingdings</vt:lpstr>
      <vt:lpstr>Wingdings 3</vt:lpstr>
      <vt:lpstr>Office Theme</vt:lpstr>
      <vt:lpstr>1_Custom Design</vt:lpstr>
      <vt:lpstr>Custom Design</vt:lpstr>
      <vt:lpstr>Gallery</vt:lpstr>
      <vt:lpstr>Wisp</vt:lpstr>
      <vt:lpstr>Testing vertical influences on  greenhouse gas fluxes (CO2, CH4 and N2O)  along tropical tree 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 </vt:lpstr>
      <vt:lpstr>https://meetingorganizer.copernicus.org/EGU26/EGU26-6055.html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vertical influences on  greenhouse gas fluxes (CO2, CH4 and N2O)  along tropical tree stems</dc:title>
  <dc:creator>Kabi Raj Khatiwada</dc:creator>
  <cp:lastModifiedBy>Kabi Raj Khatiwada</cp:lastModifiedBy>
  <cp:revision>19</cp:revision>
  <dcterms:created xsi:type="dcterms:W3CDTF">2026-03-30T22:24:28Z</dcterms:created>
  <dcterms:modified xsi:type="dcterms:W3CDTF">2026-10-27T19:54:14Z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0x010100AA856FBBC9E6154B9678DC7C339D5E5A</vt:lpwstr>
  </property>
</Properties>
</file>